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57" r:id="rId3"/>
    <p:sldId id="261" r:id="rId4"/>
    <p:sldId id="258" r:id="rId5"/>
    <p:sldId id="270" r:id="rId6"/>
    <p:sldId id="260" r:id="rId7"/>
    <p:sldId id="259" r:id="rId8"/>
    <p:sldId id="263" r:id="rId9"/>
    <p:sldId id="265" r:id="rId10"/>
    <p:sldId id="266" r:id="rId11"/>
    <p:sldId id="268" r:id="rId12"/>
  </p:sldIdLst>
  <p:sldSz cx="12192000" cy="6858000"/>
  <p:notesSz cx="6858000" cy="9144000"/>
  <p:embeddedFontLst>
    <p:embeddedFont>
      <p:font typeface="Play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mMrRfZLoJ/Q7Wcn3UE/dutv3w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7"/>
    <p:restoredTop sz="94658"/>
  </p:normalViewPr>
  <p:slideViewPr>
    <p:cSldViewPr snapToGrid="0">
      <p:cViewPr varScale="1">
        <p:scale>
          <a:sx n="120" d="100"/>
          <a:sy n="120" d="100"/>
        </p:scale>
        <p:origin x="72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0915BA-5A61-46B8-A88D-44A7400E87B4}" type="doc">
      <dgm:prSet loTypeId="urn:microsoft.com/office/officeart/2005/8/layout/process5" loCatId="process" qsTypeId="urn:microsoft.com/office/officeart/2005/8/quickstyle/simple1#2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C0A0095B-548F-4B47-9B04-C39CA92487D8}">
      <dgm:prSet/>
      <dgm:spPr/>
      <dgm:t>
        <a:bodyPr/>
        <a:lstStyle/>
        <a:p>
          <a:r>
            <a:rPr lang="en-US" b="0" i="0"/>
            <a:t>• Pérdida de tiempo operativo.</a:t>
          </a:r>
          <a:endParaRPr lang="en-US"/>
        </a:p>
      </dgm:t>
    </dgm:pt>
    <dgm:pt modelId="{CCDA8600-0F45-4B60-82D7-AED49915A57F}" type="parTrans" cxnId="{2625ECF9-757B-4175-8C87-679B195D469D}">
      <dgm:prSet/>
      <dgm:spPr/>
      <dgm:t>
        <a:bodyPr/>
        <a:lstStyle/>
        <a:p>
          <a:endParaRPr lang="en-US"/>
        </a:p>
      </dgm:t>
    </dgm:pt>
    <dgm:pt modelId="{B63B3F35-A511-4894-87C9-EB46CC77CE56}" type="sibTrans" cxnId="{2625ECF9-757B-4175-8C87-679B195D469D}">
      <dgm:prSet/>
      <dgm:spPr/>
      <dgm:t>
        <a:bodyPr/>
        <a:lstStyle/>
        <a:p>
          <a:endParaRPr lang="en-US"/>
        </a:p>
      </dgm:t>
    </dgm:pt>
    <dgm:pt modelId="{C09E2733-D9BC-4832-9544-9DCF3546B65F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Dependencia</a:t>
          </a:r>
          <a:r>
            <a:rPr lang="en-US" b="0" i="0" dirty="0"/>
            <a:t> de una sola persona para </a:t>
          </a:r>
          <a:r>
            <a:rPr lang="en-US" b="0" i="0" dirty="0" err="1"/>
            <a:t>coordinar</a:t>
          </a:r>
          <a:r>
            <a:rPr lang="en-US" b="0" i="0" dirty="0"/>
            <a:t> </a:t>
          </a:r>
          <a:r>
            <a:rPr lang="en-US" b="0" i="0" dirty="0" err="1"/>
            <a:t>clientes</a:t>
          </a:r>
          <a:r>
            <a:rPr lang="en-US" b="0" i="0" dirty="0"/>
            <a:t>.</a:t>
          </a:r>
          <a:endParaRPr lang="en-US" dirty="0"/>
        </a:p>
      </dgm:t>
    </dgm:pt>
    <dgm:pt modelId="{22F2E653-3767-45DA-BCC0-E1F1075AD7B8}" type="parTrans" cxnId="{17850320-C1DF-405F-8D87-6DF60182F9B4}">
      <dgm:prSet/>
      <dgm:spPr/>
      <dgm:t>
        <a:bodyPr/>
        <a:lstStyle/>
        <a:p>
          <a:endParaRPr lang="en-US"/>
        </a:p>
      </dgm:t>
    </dgm:pt>
    <dgm:pt modelId="{F13915AB-2D2E-428B-82F7-26C603A16392}" type="sibTrans" cxnId="{17850320-C1DF-405F-8D87-6DF60182F9B4}">
      <dgm:prSet/>
      <dgm:spPr/>
      <dgm:t>
        <a:bodyPr/>
        <a:lstStyle/>
        <a:p>
          <a:endParaRPr lang="en-US"/>
        </a:p>
      </dgm:t>
    </dgm:pt>
    <dgm:pt modelId="{054227B2-B8C6-4F7C-890F-C33BB6EEA39D}">
      <dgm:prSet/>
      <dgm:spPr/>
      <dgm:t>
        <a:bodyPr/>
        <a:lstStyle/>
        <a:p>
          <a:r>
            <a:rPr lang="en-US" b="0" i="0"/>
            <a:t>• Falta de trazabilidad y estandarización del servicio.</a:t>
          </a:r>
          <a:endParaRPr lang="en-US"/>
        </a:p>
      </dgm:t>
    </dgm:pt>
    <dgm:pt modelId="{3F04BA11-0A50-4F1B-84B1-4B7140162603}" type="parTrans" cxnId="{43926FE8-FE97-4063-90E7-DB7B68BD2C1D}">
      <dgm:prSet/>
      <dgm:spPr/>
      <dgm:t>
        <a:bodyPr/>
        <a:lstStyle/>
        <a:p>
          <a:endParaRPr lang="en-US"/>
        </a:p>
      </dgm:t>
    </dgm:pt>
    <dgm:pt modelId="{4B7971C0-D048-4EE9-96B9-F0C29D0328C5}" type="sibTrans" cxnId="{43926FE8-FE97-4063-90E7-DB7B68BD2C1D}">
      <dgm:prSet/>
      <dgm:spPr/>
      <dgm:t>
        <a:bodyPr/>
        <a:lstStyle/>
        <a:p>
          <a:endParaRPr lang="en-US"/>
        </a:p>
      </dgm:t>
    </dgm:pt>
    <dgm:pt modelId="{D1F41FB6-7225-433A-91C5-827BDCA636F6}">
      <dgm:prSet/>
      <dgm:spPr/>
      <dgm:t>
        <a:bodyPr/>
        <a:lstStyle/>
        <a:p>
          <a:r>
            <a:rPr lang="en-US" b="0" i="0"/>
            <a:t>• Tiempos de respuesta más lentos para los clientes.</a:t>
          </a:r>
          <a:endParaRPr lang="en-US"/>
        </a:p>
      </dgm:t>
    </dgm:pt>
    <dgm:pt modelId="{9F25C1F2-AEE7-4F5E-B6B8-EF41B724EF88}" type="parTrans" cxnId="{4B925C88-C5DD-4E9D-B60E-EDE5A90A2798}">
      <dgm:prSet/>
      <dgm:spPr/>
      <dgm:t>
        <a:bodyPr/>
        <a:lstStyle/>
        <a:p>
          <a:endParaRPr lang="en-US"/>
        </a:p>
      </dgm:t>
    </dgm:pt>
    <dgm:pt modelId="{03C66B8B-FA2E-4663-AB47-909523E58223}" type="sibTrans" cxnId="{4B925C88-C5DD-4E9D-B60E-EDE5A90A2798}">
      <dgm:prSet/>
      <dgm:spPr/>
      <dgm:t>
        <a:bodyPr/>
        <a:lstStyle/>
        <a:p>
          <a:endParaRPr lang="en-US"/>
        </a:p>
      </dgm:t>
    </dgm:pt>
    <dgm:pt modelId="{08020ED1-39A7-634E-92F8-90B5F2F6D004}" type="pres">
      <dgm:prSet presAssocID="{030915BA-5A61-46B8-A88D-44A7400E87B4}" presName="diagram" presStyleCnt="0">
        <dgm:presLayoutVars>
          <dgm:dir/>
          <dgm:resizeHandles val="exact"/>
        </dgm:presLayoutVars>
      </dgm:prSet>
      <dgm:spPr/>
    </dgm:pt>
    <dgm:pt modelId="{C38B1B68-5F15-8A41-98C0-1C5068472866}" type="pres">
      <dgm:prSet presAssocID="{C0A0095B-548F-4B47-9B04-C39CA92487D8}" presName="node" presStyleLbl="node1" presStyleIdx="0" presStyleCnt="4">
        <dgm:presLayoutVars>
          <dgm:bulletEnabled val="1"/>
        </dgm:presLayoutVars>
      </dgm:prSet>
      <dgm:spPr/>
    </dgm:pt>
    <dgm:pt modelId="{3793B6F6-B0D1-D74E-89FA-9D8107B8BBBA}" type="pres">
      <dgm:prSet presAssocID="{B63B3F35-A511-4894-87C9-EB46CC77CE56}" presName="sibTrans" presStyleLbl="sibTrans2D1" presStyleIdx="0" presStyleCnt="3"/>
      <dgm:spPr/>
    </dgm:pt>
    <dgm:pt modelId="{66D7F134-AAA9-8340-8E13-0BE4710524A9}" type="pres">
      <dgm:prSet presAssocID="{B63B3F35-A511-4894-87C9-EB46CC77CE56}" presName="connectorText" presStyleLbl="sibTrans2D1" presStyleIdx="0" presStyleCnt="3"/>
      <dgm:spPr/>
    </dgm:pt>
    <dgm:pt modelId="{0A072DC4-5837-0D4B-B81C-4B00FF8D21FB}" type="pres">
      <dgm:prSet presAssocID="{C09E2733-D9BC-4832-9544-9DCF3546B65F}" presName="node" presStyleLbl="node1" presStyleIdx="1" presStyleCnt="4">
        <dgm:presLayoutVars>
          <dgm:bulletEnabled val="1"/>
        </dgm:presLayoutVars>
      </dgm:prSet>
      <dgm:spPr/>
    </dgm:pt>
    <dgm:pt modelId="{D3B91FD9-CFAC-5C46-AD29-287BCB7F2E6C}" type="pres">
      <dgm:prSet presAssocID="{F13915AB-2D2E-428B-82F7-26C603A16392}" presName="sibTrans" presStyleLbl="sibTrans2D1" presStyleIdx="1" presStyleCnt="3"/>
      <dgm:spPr/>
    </dgm:pt>
    <dgm:pt modelId="{83F8EFDD-4F92-894A-96FA-D42E7C910EDA}" type="pres">
      <dgm:prSet presAssocID="{F13915AB-2D2E-428B-82F7-26C603A16392}" presName="connectorText" presStyleLbl="sibTrans2D1" presStyleIdx="1" presStyleCnt="3"/>
      <dgm:spPr/>
    </dgm:pt>
    <dgm:pt modelId="{5EBE3808-02CD-5349-AA60-92EB7F3E4B66}" type="pres">
      <dgm:prSet presAssocID="{054227B2-B8C6-4F7C-890F-C33BB6EEA39D}" presName="node" presStyleLbl="node1" presStyleIdx="2" presStyleCnt="4">
        <dgm:presLayoutVars>
          <dgm:bulletEnabled val="1"/>
        </dgm:presLayoutVars>
      </dgm:prSet>
      <dgm:spPr/>
    </dgm:pt>
    <dgm:pt modelId="{AC258D29-3F27-3B4C-BC8D-26905562335A}" type="pres">
      <dgm:prSet presAssocID="{4B7971C0-D048-4EE9-96B9-F0C29D0328C5}" presName="sibTrans" presStyleLbl="sibTrans2D1" presStyleIdx="2" presStyleCnt="3"/>
      <dgm:spPr/>
    </dgm:pt>
    <dgm:pt modelId="{A1C44BBB-7B1A-2547-8D72-8198A99D191D}" type="pres">
      <dgm:prSet presAssocID="{4B7971C0-D048-4EE9-96B9-F0C29D0328C5}" presName="connectorText" presStyleLbl="sibTrans2D1" presStyleIdx="2" presStyleCnt="3"/>
      <dgm:spPr/>
    </dgm:pt>
    <dgm:pt modelId="{A6C7D538-25A0-0A46-BB85-A996B94B75B3}" type="pres">
      <dgm:prSet presAssocID="{D1F41FB6-7225-433A-91C5-827BDCA636F6}" presName="node" presStyleLbl="node1" presStyleIdx="3" presStyleCnt="4">
        <dgm:presLayoutVars>
          <dgm:bulletEnabled val="1"/>
        </dgm:presLayoutVars>
      </dgm:prSet>
      <dgm:spPr/>
    </dgm:pt>
  </dgm:ptLst>
  <dgm:cxnLst>
    <dgm:cxn modelId="{1D3DFE04-B429-EE45-94BB-82B308ED8CCD}" type="presOf" srcId="{C0A0095B-548F-4B47-9B04-C39CA92487D8}" destId="{C38B1B68-5F15-8A41-98C0-1C5068472866}" srcOrd="0" destOrd="0" presId="urn:microsoft.com/office/officeart/2005/8/layout/process5"/>
    <dgm:cxn modelId="{E2B02F10-F357-FE48-9492-4BE4F3DBA751}" type="presOf" srcId="{4B7971C0-D048-4EE9-96B9-F0C29D0328C5}" destId="{AC258D29-3F27-3B4C-BC8D-26905562335A}" srcOrd="0" destOrd="0" presId="urn:microsoft.com/office/officeart/2005/8/layout/process5"/>
    <dgm:cxn modelId="{74C20B18-0CDF-FE4D-B861-9D7B22848436}" type="presOf" srcId="{054227B2-B8C6-4F7C-890F-C33BB6EEA39D}" destId="{5EBE3808-02CD-5349-AA60-92EB7F3E4B66}" srcOrd="0" destOrd="0" presId="urn:microsoft.com/office/officeart/2005/8/layout/process5"/>
    <dgm:cxn modelId="{17850320-C1DF-405F-8D87-6DF60182F9B4}" srcId="{030915BA-5A61-46B8-A88D-44A7400E87B4}" destId="{C09E2733-D9BC-4832-9544-9DCF3546B65F}" srcOrd="1" destOrd="0" parTransId="{22F2E653-3767-45DA-BCC0-E1F1075AD7B8}" sibTransId="{F13915AB-2D2E-428B-82F7-26C603A16392}"/>
    <dgm:cxn modelId="{BFDBD03A-C4C6-4647-8E06-2B6D2176AE96}" type="presOf" srcId="{D1F41FB6-7225-433A-91C5-827BDCA636F6}" destId="{A6C7D538-25A0-0A46-BB85-A996B94B75B3}" srcOrd="0" destOrd="0" presId="urn:microsoft.com/office/officeart/2005/8/layout/process5"/>
    <dgm:cxn modelId="{44BBAB40-9A27-E342-80CE-362366717915}" type="presOf" srcId="{030915BA-5A61-46B8-A88D-44A7400E87B4}" destId="{08020ED1-39A7-634E-92F8-90B5F2F6D004}" srcOrd="0" destOrd="0" presId="urn:microsoft.com/office/officeart/2005/8/layout/process5"/>
    <dgm:cxn modelId="{7E069D6F-B4B4-5440-8BD6-ACA2C2F8AA92}" type="presOf" srcId="{B63B3F35-A511-4894-87C9-EB46CC77CE56}" destId="{3793B6F6-B0D1-D74E-89FA-9D8107B8BBBA}" srcOrd="0" destOrd="0" presId="urn:microsoft.com/office/officeart/2005/8/layout/process5"/>
    <dgm:cxn modelId="{4B925C88-C5DD-4E9D-B60E-EDE5A90A2798}" srcId="{030915BA-5A61-46B8-A88D-44A7400E87B4}" destId="{D1F41FB6-7225-433A-91C5-827BDCA636F6}" srcOrd="3" destOrd="0" parTransId="{9F25C1F2-AEE7-4F5E-B6B8-EF41B724EF88}" sibTransId="{03C66B8B-FA2E-4663-AB47-909523E58223}"/>
    <dgm:cxn modelId="{ED182C8F-EFC4-C848-8F36-CB9763948E50}" type="presOf" srcId="{B63B3F35-A511-4894-87C9-EB46CC77CE56}" destId="{66D7F134-AAA9-8340-8E13-0BE4710524A9}" srcOrd="1" destOrd="0" presId="urn:microsoft.com/office/officeart/2005/8/layout/process5"/>
    <dgm:cxn modelId="{27C643B2-D690-7A44-9CED-C44CF311CC90}" type="presOf" srcId="{F13915AB-2D2E-428B-82F7-26C603A16392}" destId="{83F8EFDD-4F92-894A-96FA-D42E7C910EDA}" srcOrd="1" destOrd="0" presId="urn:microsoft.com/office/officeart/2005/8/layout/process5"/>
    <dgm:cxn modelId="{884A7ADE-2435-7D40-A9EF-FB2F0F5A52BD}" type="presOf" srcId="{C09E2733-D9BC-4832-9544-9DCF3546B65F}" destId="{0A072DC4-5837-0D4B-B81C-4B00FF8D21FB}" srcOrd="0" destOrd="0" presId="urn:microsoft.com/office/officeart/2005/8/layout/process5"/>
    <dgm:cxn modelId="{7711C6DE-FFDA-2A44-B2EE-9775369868E2}" type="presOf" srcId="{4B7971C0-D048-4EE9-96B9-F0C29D0328C5}" destId="{A1C44BBB-7B1A-2547-8D72-8198A99D191D}" srcOrd="1" destOrd="0" presId="urn:microsoft.com/office/officeart/2005/8/layout/process5"/>
    <dgm:cxn modelId="{3448E2E6-4DF6-7745-9886-1683DE14425B}" type="presOf" srcId="{F13915AB-2D2E-428B-82F7-26C603A16392}" destId="{D3B91FD9-CFAC-5C46-AD29-287BCB7F2E6C}" srcOrd="0" destOrd="0" presId="urn:microsoft.com/office/officeart/2005/8/layout/process5"/>
    <dgm:cxn modelId="{43926FE8-FE97-4063-90E7-DB7B68BD2C1D}" srcId="{030915BA-5A61-46B8-A88D-44A7400E87B4}" destId="{054227B2-B8C6-4F7C-890F-C33BB6EEA39D}" srcOrd="2" destOrd="0" parTransId="{3F04BA11-0A50-4F1B-84B1-4B7140162603}" sibTransId="{4B7971C0-D048-4EE9-96B9-F0C29D0328C5}"/>
    <dgm:cxn modelId="{2625ECF9-757B-4175-8C87-679B195D469D}" srcId="{030915BA-5A61-46B8-A88D-44A7400E87B4}" destId="{C0A0095B-548F-4B47-9B04-C39CA92487D8}" srcOrd="0" destOrd="0" parTransId="{CCDA8600-0F45-4B60-82D7-AED49915A57F}" sibTransId="{B63B3F35-A511-4894-87C9-EB46CC77CE56}"/>
    <dgm:cxn modelId="{1084F6EF-B449-CF48-B757-E8C4F51F215F}" type="presParOf" srcId="{08020ED1-39A7-634E-92F8-90B5F2F6D004}" destId="{C38B1B68-5F15-8A41-98C0-1C5068472866}" srcOrd="0" destOrd="0" presId="urn:microsoft.com/office/officeart/2005/8/layout/process5"/>
    <dgm:cxn modelId="{4398505C-A70A-8D4C-942D-5F92491C38C2}" type="presParOf" srcId="{08020ED1-39A7-634E-92F8-90B5F2F6D004}" destId="{3793B6F6-B0D1-D74E-89FA-9D8107B8BBBA}" srcOrd="1" destOrd="0" presId="urn:microsoft.com/office/officeart/2005/8/layout/process5"/>
    <dgm:cxn modelId="{A1F8886B-27FA-4347-9D4C-2201D80AF5B6}" type="presParOf" srcId="{3793B6F6-B0D1-D74E-89FA-9D8107B8BBBA}" destId="{66D7F134-AAA9-8340-8E13-0BE4710524A9}" srcOrd="0" destOrd="0" presId="urn:microsoft.com/office/officeart/2005/8/layout/process5"/>
    <dgm:cxn modelId="{37AC34A6-C542-4B4F-8FA1-0E08F530A44C}" type="presParOf" srcId="{08020ED1-39A7-634E-92F8-90B5F2F6D004}" destId="{0A072DC4-5837-0D4B-B81C-4B00FF8D21FB}" srcOrd="2" destOrd="0" presId="urn:microsoft.com/office/officeart/2005/8/layout/process5"/>
    <dgm:cxn modelId="{4E25FD64-D479-DD40-A7E1-6AEDAB0680D8}" type="presParOf" srcId="{08020ED1-39A7-634E-92F8-90B5F2F6D004}" destId="{D3B91FD9-CFAC-5C46-AD29-287BCB7F2E6C}" srcOrd="3" destOrd="0" presId="urn:microsoft.com/office/officeart/2005/8/layout/process5"/>
    <dgm:cxn modelId="{221AD8E1-2DC4-2846-A7B5-5CD422CD021E}" type="presParOf" srcId="{D3B91FD9-CFAC-5C46-AD29-287BCB7F2E6C}" destId="{83F8EFDD-4F92-894A-96FA-D42E7C910EDA}" srcOrd="0" destOrd="0" presId="urn:microsoft.com/office/officeart/2005/8/layout/process5"/>
    <dgm:cxn modelId="{30ECC9D6-878E-544A-BC9E-BE6EB05AF8AB}" type="presParOf" srcId="{08020ED1-39A7-634E-92F8-90B5F2F6D004}" destId="{5EBE3808-02CD-5349-AA60-92EB7F3E4B66}" srcOrd="4" destOrd="0" presId="urn:microsoft.com/office/officeart/2005/8/layout/process5"/>
    <dgm:cxn modelId="{0E21C830-BE42-524B-B335-B697D106AA8E}" type="presParOf" srcId="{08020ED1-39A7-634E-92F8-90B5F2F6D004}" destId="{AC258D29-3F27-3B4C-BC8D-26905562335A}" srcOrd="5" destOrd="0" presId="urn:microsoft.com/office/officeart/2005/8/layout/process5"/>
    <dgm:cxn modelId="{C044318F-20E7-6D48-8B74-8929D689B90E}" type="presParOf" srcId="{AC258D29-3F27-3B4C-BC8D-26905562335A}" destId="{A1C44BBB-7B1A-2547-8D72-8198A99D191D}" srcOrd="0" destOrd="0" presId="urn:microsoft.com/office/officeart/2005/8/layout/process5"/>
    <dgm:cxn modelId="{FCE69C61-F1F8-0442-9A72-30FC6788A302}" type="presParOf" srcId="{08020ED1-39A7-634E-92F8-90B5F2F6D004}" destId="{A6C7D538-25A0-0A46-BB85-A996B94B75B3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4A065F-5EF6-44C2-95C2-B25AA84B457E}" type="doc">
      <dgm:prSet loTypeId="urn:microsoft.com/office/officeart/2005/8/layout/vProcess5" loCatId="process" qsTypeId="urn:microsoft.com/office/officeart/2005/8/quickstyle/simple1#7" qsCatId="simple" csTypeId="urn:microsoft.com/office/officeart/2005/8/colors/accent1_2#7" csCatId="accent1"/>
      <dgm:spPr/>
      <dgm:t>
        <a:bodyPr/>
        <a:lstStyle/>
        <a:p>
          <a:endParaRPr lang="en-US"/>
        </a:p>
      </dgm:t>
    </dgm:pt>
    <dgm:pt modelId="{400E0BA7-50DB-469E-8C2E-4B2E13EB9129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Diseñar</a:t>
          </a:r>
          <a:r>
            <a:rPr lang="en-US" b="0" i="0" dirty="0"/>
            <a:t> una </a:t>
          </a:r>
          <a:r>
            <a:rPr lang="en-US" b="0" i="0" dirty="0" err="1"/>
            <a:t>arquitectura</a:t>
          </a:r>
          <a:r>
            <a:rPr lang="en-US" b="0" i="0" dirty="0"/>
            <a:t> de datos </a:t>
          </a:r>
          <a:r>
            <a:rPr lang="en-US" b="0" i="0" dirty="0" err="1"/>
            <a:t>relacional</a:t>
          </a:r>
          <a:r>
            <a:rPr lang="en-US" b="0" i="0" dirty="0"/>
            <a:t> y geoespacial.</a:t>
          </a:r>
          <a:endParaRPr lang="en-US" dirty="0"/>
        </a:p>
      </dgm:t>
    </dgm:pt>
    <dgm:pt modelId="{CEDE6CE2-0A20-4B87-9E61-FB8861BB7077}" type="parTrans" cxnId="{7679406F-ED58-4B7A-BD6F-97DAF036B3A9}">
      <dgm:prSet/>
      <dgm:spPr/>
      <dgm:t>
        <a:bodyPr/>
        <a:lstStyle/>
        <a:p>
          <a:endParaRPr lang="en-US"/>
        </a:p>
      </dgm:t>
    </dgm:pt>
    <dgm:pt modelId="{D3CAEA63-27D8-4C4D-ACE7-F9E754539E7F}" type="sibTrans" cxnId="{7679406F-ED58-4B7A-BD6F-97DAF036B3A9}">
      <dgm:prSet/>
      <dgm:spPr/>
      <dgm:t>
        <a:bodyPr/>
        <a:lstStyle/>
        <a:p>
          <a:endParaRPr lang="en-US"/>
        </a:p>
      </dgm:t>
    </dgm:pt>
    <dgm:pt modelId="{A25FC65F-6951-48A2-945A-57F3D1DC8A14}">
      <dgm:prSet/>
      <dgm:spPr/>
      <dgm:t>
        <a:bodyPr/>
        <a:lstStyle/>
        <a:p>
          <a:r>
            <a:rPr lang="en-US" b="0" i="0"/>
            <a:t>• Implementar un agente conversacional con IA integrado a WhatsApp.</a:t>
          </a:r>
          <a:endParaRPr lang="en-US"/>
        </a:p>
      </dgm:t>
    </dgm:pt>
    <dgm:pt modelId="{27247826-A7A4-4EFD-9234-35607E83F023}" type="parTrans" cxnId="{E7B89E53-68DF-4109-8672-04804883C779}">
      <dgm:prSet/>
      <dgm:spPr/>
      <dgm:t>
        <a:bodyPr/>
        <a:lstStyle/>
        <a:p>
          <a:endParaRPr lang="en-US"/>
        </a:p>
      </dgm:t>
    </dgm:pt>
    <dgm:pt modelId="{99F5088A-3182-4891-BBC2-2DD7D718AEA5}" type="sibTrans" cxnId="{E7B89E53-68DF-4109-8672-04804883C779}">
      <dgm:prSet/>
      <dgm:spPr/>
      <dgm:t>
        <a:bodyPr/>
        <a:lstStyle/>
        <a:p>
          <a:endParaRPr lang="en-US"/>
        </a:p>
      </dgm:t>
    </dgm:pt>
    <dgm:pt modelId="{5ECF3F63-F5D2-46D1-A6DF-A91FB4BD4C0A}">
      <dgm:prSet/>
      <dgm:spPr/>
      <dgm:t>
        <a:bodyPr/>
        <a:lstStyle/>
        <a:p>
          <a:r>
            <a:rPr lang="en-US" b="0" i="0"/>
            <a:t>• Desarrollar la generación asistida de croquis.</a:t>
          </a:r>
          <a:endParaRPr lang="en-US"/>
        </a:p>
      </dgm:t>
    </dgm:pt>
    <dgm:pt modelId="{706C6BEE-BC5A-462E-B21D-6C22C51023E0}" type="parTrans" cxnId="{FD7C2A71-6B3E-43FF-A010-48EE75AE451D}">
      <dgm:prSet/>
      <dgm:spPr/>
      <dgm:t>
        <a:bodyPr/>
        <a:lstStyle/>
        <a:p>
          <a:endParaRPr lang="en-US"/>
        </a:p>
      </dgm:t>
    </dgm:pt>
    <dgm:pt modelId="{255C3918-3B9C-4F69-8446-8B5CEF8E62ED}" type="sibTrans" cxnId="{FD7C2A71-6B3E-43FF-A010-48EE75AE451D}">
      <dgm:prSet/>
      <dgm:spPr/>
      <dgm:t>
        <a:bodyPr/>
        <a:lstStyle/>
        <a:p>
          <a:endParaRPr lang="en-US"/>
        </a:p>
      </dgm:t>
    </dgm:pt>
    <dgm:pt modelId="{0A6BCD68-E360-4397-A6A2-1A9AE002A5DE}">
      <dgm:prSet/>
      <dgm:spPr/>
      <dgm:t>
        <a:bodyPr/>
        <a:lstStyle/>
        <a:p>
          <a:r>
            <a:rPr lang="en-US" b="0" i="0"/>
            <a:t>• Construir panel web y aplicación móvil para los operadores.</a:t>
          </a:r>
          <a:endParaRPr lang="en-US"/>
        </a:p>
      </dgm:t>
    </dgm:pt>
    <dgm:pt modelId="{7538B00B-D9C3-4BEE-A06D-0E3651B8D60A}" type="parTrans" cxnId="{F158F9C8-BE81-46C9-98B7-E1334872C777}">
      <dgm:prSet/>
      <dgm:spPr/>
      <dgm:t>
        <a:bodyPr/>
        <a:lstStyle/>
        <a:p>
          <a:endParaRPr lang="en-US"/>
        </a:p>
      </dgm:t>
    </dgm:pt>
    <dgm:pt modelId="{75402259-1551-4596-B700-15BD4338037B}" type="sibTrans" cxnId="{F158F9C8-BE81-46C9-98B7-E1334872C777}">
      <dgm:prSet/>
      <dgm:spPr/>
      <dgm:t>
        <a:bodyPr/>
        <a:lstStyle/>
        <a:p>
          <a:endParaRPr lang="en-US"/>
        </a:p>
      </dgm:t>
    </dgm:pt>
    <dgm:pt modelId="{9B2B1CDB-6638-4B33-A577-9DF4E3C7A7EE}">
      <dgm:prSet/>
      <dgm:spPr/>
      <dgm:t>
        <a:bodyPr/>
        <a:lstStyle/>
        <a:p>
          <a:r>
            <a:rPr lang="en-US" b="0" i="0"/>
            <a:t>• Levantar requisitos y documentar el proceso AS-IS.</a:t>
          </a:r>
          <a:endParaRPr lang="en-US"/>
        </a:p>
      </dgm:t>
    </dgm:pt>
    <dgm:pt modelId="{D0116941-69F0-4E8E-834A-662E6E74C166}" type="parTrans" cxnId="{8BAD8253-19B0-4FD4-881B-DE4764DE5F90}">
      <dgm:prSet/>
      <dgm:spPr/>
      <dgm:t>
        <a:bodyPr/>
        <a:lstStyle/>
        <a:p>
          <a:endParaRPr lang="en-US"/>
        </a:p>
      </dgm:t>
    </dgm:pt>
    <dgm:pt modelId="{2BC72F13-5DA5-4693-A65A-F04B8F7DAECB}" type="sibTrans" cxnId="{8BAD8253-19B0-4FD4-881B-DE4764DE5F90}">
      <dgm:prSet/>
      <dgm:spPr/>
      <dgm:t>
        <a:bodyPr/>
        <a:lstStyle/>
        <a:p>
          <a:endParaRPr lang="en-US"/>
        </a:p>
      </dgm:t>
    </dgm:pt>
    <dgm:pt modelId="{BA9F00F9-4D2C-A742-938E-F6ABAFBA88EA}" type="pres">
      <dgm:prSet presAssocID="{094A065F-5EF6-44C2-95C2-B25AA84B457E}" presName="outerComposite" presStyleCnt="0">
        <dgm:presLayoutVars>
          <dgm:chMax val="5"/>
          <dgm:dir/>
          <dgm:resizeHandles val="exact"/>
        </dgm:presLayoutVars>
      </dgm:prSet>
      <dgm:spPr/>
    </dgm:pt>
    <dgm:pt modelId="{AF62C5D8-5C1D-D14B-9363-9A01029610FF}" type="pres">
      <dgm:prSet presAssocID="{094A065F-5EF6-44C2-95C2-B25AA84B457E}" presName="dummyMaxCanvas" presStyleCnt="0">
        <dgm:presLayoutVars/>
      </dgm:prSet>
      <dgm:spPr/>
    </dgm:pt>
    <dgm:pt modelId="{B2740635-74E5-BA48-B35D-C8AE8D53AC8D}" type="pres">
      <dgm:prSet presAssocID="{094A065F-5EF6-44C2-95C2-B25AA84B457E}" presName="FiveNodes_1" presStyleLbl="node1" presStyleIdx="0" presStyleCnt="5">
        <dgm:presLayoutVars>
          <dgm:bulletEnabled val="1"/>
        </dgm:presLayoutVars>
      </dgm:prSet>
      <dgm:spPr/>
    </dgm:pt>
    <dgm:pt modelId="{B746EC78-8027-A64D-901B-658D6D02EDC9}" type="pres">
      <dgm:prSet presAssocID="{094A065F-5EF6-44C2-95C2-B25AA84B457E}" presName="FiveNodes_2" presStyleLbl="node1" presStyleIdx="1" presStyleCnt="5">
        <dgm:presLayoutVars>
          <dgm:bulletEnabled val="1"/>
        </dgm:presLayoutVars>
      </dgm:prSet>
      <dgm:spPr/>
    </dgm:pt>
    <dgm:pt modelId="{F211E485-6209-144B-ABA3-73ECD36ECDE7}" type="pres">
      <dgm:prSet presAssocID="{094A065F-5EF6-44C2-95C2-B25AA84B457E}" presName="FiveNodes_3" presStyleLbl="node1" presStyleIdx="2" presStyleCnt="5">
        <dgm:presLayoutVars>
          <dgm:bulletEnabled val="1"/>
        </dgm:presLayoutVars>
      </dgm:prSet>
      <dgm:spPr/>
    </dgm:pt>
    <dgm:pt modelId="{1E81926A-51C4-6E41-AB4A-49F20DD87AF6}" type="pres">
      <dgm:prSet presAssocID="{094A065F-5EF6-44C2-95C2-B25AA84B457E}" presName="FiveNodes_4" presStyleLbl="node1" presStyleIdx="3" presStyleCnt="5">
        <dgm:presLayoutVars>
          <dgm:bulletEnabled val="1"/>
        </dgm:presLayoutVars>
      </dgm:prSet>
      <dgm:spPr/>
    </dgm:pt>
    <dgm:pt modelId="{8AB85C6C-5754-CA46-B752-5E6FEC894BF6}" type="pres">
      <dgm:prSet presAssocID="{094A065F-5EF6-44C2-95C2-B25AA84B457E}" presName="FiveNodes_5" presStyleLbl="node1" presStyleIdx="4" presStyleCnt="5">
        <dgm:presLayoutVars>
          <dgm:bulletEnabled val="1"/>
        </dgm:presLayoutVars>
      </dgm:prSet>
      <dgm:spPr/>
    </dgm:pt>
    <dgm:pt modelId="{AD94DA2D-195C-2547-ADAE-FBA3BAFF6DB7}" type="pres">
      <dgm:prSet presAssocID="{094A065F-5EF6-44C2-95C2-B25AA84B457E}" presName="FiveConn_1-2" presStyleLbl="fgAccFollowNode1" presStyleIdx="0" presStyleCnt="4">
        <dgm:presLayoutVars>
          <dgm:bulletEnabled val="1"/>
        </dgm:presLayoutVars>
      </dgm:prSet>
      <dgm:spPr/>
    </dgm:pt>
    <dgm:pt modelId="{BB764B90-04D3-7D47-8FC8-4E555835596D}" type="pres">
      <dgm:prSet presAssocID="{094A065F-5EF6-44C2-95C2-B25AA84B457E}" presName="FiveConn_2-3" presStyleLbl="fgAccFollowNode1" presStyleIdx="1" presStyleCnt="4">
        <dgm:presLayoutVars>
          <dgm:bulletEnabled val="1"/>
        </dgm:presLayoutVars>
      </dgm:prSet>
      <dgm:spPr/>
    </dgm:pt>
    <dgm:pt modelId="{F39B065A-252A-D34F-9C9D-D4062E604188}" type="pres">
      <dgm:prSet presAssocID="{094A065F-5EF6-44C2-95C2-B25AA84B457E}" presName="FiveConn_3-4" presStyleLbl="fgAccFollowNode1" presStyleIdx="2" presStyleCnt="4">
        <dgm:presLayoutVars>
          <dgm:bulletEnabled val="1"/>
        </dgm:presLayoutVars>
      </dgm:prSet>
      <dgm:spPr/>
    </dgm:pt>
    <dgm:pt modelId="{D987DEFC-8D3F-9D47-ACAD-EF217E146A38}" type="pres">
      <dgm:prSet presAssocID="{094A065F-5EF6-44C2-95C2-B25AA84B457E}" presName="FiveConn_4-5" presStyleLbl="fgAccFollowNode1" presStyleIdx="3" presStyleCnt="4">
        <dgm:presLayoutVars>
          <dgm:bulletEnabled val="1"/>
        </dgm:presLayoutVars>
      </dgm:prSet>
      <dgm:spPr/>
    </dgm:pt>
    <dgm:pt modelId="{84B112D1-8ADD-B94F-93AF-2F5606396B55}" type="pres">
      <dgm:prSet presAssocID="{094A065F-5EF6-44C2-95C2-B25AA84B457E}" presName="FiveNodes_1_text" presStyleLbl="node1" presStyleIdx="4" presStyleCnt="5">
        <dgm:presLayoutVars>
          <dgm:bulletEnabled val="1"/>
        </dgm:presLayoutVars>
      </dgm:prSet>
      <dgm:spPr/>
    </dgm:pt>
    <dgm:pt modelId="{B3B8E170-2B33-E943-B80D-952BEC76E703}" type="pres">
      <dgm:prSet presAssocID="{094A065F-5EF6-44C2-95C2-B25AA84B457E}" presName="FiveNodes_2_text" presStyleLbl="node1" presStyleIdx="4" presStyleCnt="5">
        <dgm:presLayoutVars>
          <dgm:bulletEnabled val="1"/>
        </dgm:presLayoutVars>
      </dgm:prSet>
      <dgm:spPr/>
    </dgm:pt>
    <dgm:pt modelId="{1D555D2F-C44A-6744-868A-AF8F0D49CF77}" type="pres">
      <dgm:prSet presAssocID="{094A065F-5EF6-44C2-95C2-B25AA84B457E}" presName="FiveNodes_3_text" presStyleLbl="node1" presStyleIdx="4" presStyleCnt="5">
        <dgm:presLayoutVars>
          <dgm:bulletEnabled val="1"/>
        </dgm:presLayoutVars>
      </dgm:prSet>
      <dgm:spPr/>
    </dgm:pt>
    <dgm:pt modelId="{7BF73914-BA60-7D4E-B257-F34CDA75F046}" type="pres">
      <dgm:prSet presAssocID="{094A065F-5EF6-44C2-95C2-B25AA84B457E}" presName="FiveNodes_4_text" presStyleLbl="node1" presStyleIdx="4" presStyleCnt="5">
        <dgm:presLayoutVars>
          <dgm:bulletEnabled val="1"/>
        </dgm:presLayoutVars>
      </dgm:prSet>
      <dgm:spPr/>
    </dgm:pt>
    <dgm:pt modelId="{8BDC8D7E-8A4A-2641-AD7F-996CCCA76B63}" type="pres">
      <dgm:prSet presAssocID="{094A065F-5EF6-44C2-95C2-B25AA84B457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7278717-7352-3842-91B6-8485BC8CE1A8}" type="presOf" srcId="{400E0BA7-50DB-469E-8C2E-4B2E13EB9129}" destId="{84B112D1-8ADD-B94F-93AF-2F5606396B55}" srcOrd="1" destOrd="0" presId="urn:microsoft.com/office/officeart/2005/8/layout/vProcess5"/>
    <dgm:cxn modelId="{9BAACC1A-FB41-6A45-A2C8-7868B1B1090E}" type="presOf" srcId="{5ECF3F63-F5D2-46D1-A6DF-A91FB4BD4C0A}" destId="{1D555D2F-C44A-6744-868A-AF8F0D49CF77}" srcOrd="1" destOrd="0" presId="urn:microsoft.com/office/officeart/2005/8/layout/vProcess5"/>
    <dgm:cxn modelId="{40FF0D27-B677-804B-96EB-F396CBB5AC53}" type="presOf" srcId="{400E0BA7-50DB-469E-8C2E-4B2E13EB9129}" destId="{B2740635-74E5-BA48-B35D-C8AE8D53AC8D}" srcOrd="0" destOrd="0" presId="urn:microsoft.com/office/officeart/2005/8/layout/vProcess5"/>
    <dgm:cxn modelId="{8BAD8253-19B0-4FD4-881B-DE4764DE5F90}" srcId="{094A065F-5EF6-44C2-95C2-B25AA84B457E}" destId="{9B2B1CDB-6638-4B33-A577-9DF4E3C7A7EE}" srcOrd="4" destOrd="0" parTransId="{D0116941-69F0-4E8E-834A-662E6E74C166}" sibTransId="{2BC72F13-5DA5-4693-A65A-F04B8F7DAECB}"/>
    <dgm:cxn modelId="{E7B89E53-68DF-4109-8672-04804883C779}" srcId="{094A065F-5EF6-44C2-95C2-B25AA84B457E}" destId="{A25FC65F-6951-48A2-945A-57F3D1DC8A14}" srcOrd="1" destOrd="0" parTransId="{27247826-A7A4-4EFD-9234-35607E83F023}" sibTransId="{99F5088A-3182-4891-BBC2-2DD7D718AEA5}"/>
    <dgm:cxn modelId="{7E89BC5A-A63A-8E46-A140-346CE38792FB}" type="presOf" srcId="{094A065F-5EF6-44C2-95C2-B25AA84B457E}" destId="{BA9F00F9-4D2C-A742-938E-F6ABAFBA88EA}" srcOrd="0" destOrd="0" presId="urn:microsoft.com/office/officeart/2005/8/layout/vProcess5"/>
    <dgm:cxn modelId="{ACF2586E-A718-A743-A11A-C381B1F9B334}" type="presOf" srcId="{A25FC65F-6951-48A2-945A-57F3D1DC8A14}" destId="{B746EC78-8027-A64D-901B-658D6D02EDC9}" srcOrd="0" destOrd="0" presId="urn:microsoft.com/office/officeart/2005/8/layout/vProcess5"/>
    <dgm:cxn modelId="{7679406F-ED58-4B7A-BD6F-97DAF036B3A9}" srcId="{094A065F-5EF6-44C2-95C2-B25AA84B457E}" destId="{400E0BA7-50DB-469E-8C2E-4B2E13EB9129}" srcOrd="0" destOrd="0" parTransId="{CEDE6CE2-0A20-4B87-9E61-FB8861BB7077}" sibTransId="{D3CAEA63-27D8-4C4D-ACE7-F9E754539E7F}"/>
    <dgm:cxn modelId="{FD7C2A71-6B3E-43FF-A010-48EE75AE451D}" srcId="{094A065F-5EF6-44C2-95C2-B25AA84B457E}" destId="{5ECF3F63-F5D2-46D1-A6DF-A91FB4BD4C0A}" srcOrd="2" destOrd="0" parTransId="{706C6BEE-BC5A-462E-B21D-6C22C51023E0}" sibTransId="{255C3918-3B9C-4F69-8446-8B5CEF8E62ED}"/>
    <dgm:cxn modelId="{79C9727D-5311-D748-B558-073932901C86}" type="presOf" srcId="{0A6BCD68-E360-4397-A6A2-1A9AE002A5DE}" destId="{1E81926A-51C4-6E41-AB4A-49F20DD87AF6}" srcOrd="0" destOrd="0" presId="urn:microsoft.com/office/officeart/2005/8/layout/vProcess5"/>
    <dgm:cxn modelId="{0F0C59A5-9740-0341-8F6D-2E3DB5E080F2}" type="presOf" srcId="{5ECF3F63-F5D2-46D1-A6DF-A91FB4BD4C0A}" destId="{F211E485-6209-144B-ABA3-73ECD36ECDE7}" srcOrd="0" destOrd="0" presId="urn:microsoft.com/office/officeart/2005/8/layout/vProcess5"/>
    <dgm:cxn modelId="{23B3F5A6-8AB8-194B-B402-756E617ECEA7}" type="presOf" srcId="{D3CAEA63-27D8-4C4D-ACE7-F9E754539E7F}" destId="{AD94DA2D-195C-2547-ADAE-FBA3BAFF6DB7}" srcOrd="0" destOrd="0" presId="urn:microsoft.com/office/officeart/2005/8/layout/vProcess5"/>
    <dgm:cxn modelId="{FB0A95B4-D7FA-F240-B510-421CA079522C}" type="presOf" srcId="{99F5088A-3182-4891-BBC2-2DD7D718AEA5}" destId="{BB764B90-04D3-7D47-8FC8-4E555835596D}" srcOrd="0" destOrd="0" presId="urn:microsoft.com/office/officeart/2005/8/layout/vProcess5"/>
    <dgm:cxn modelId="{520CFAB6-399F-4F49-BC0D-8AD0191E5D48}" type="presOf" srcId="{255C3918-3B9C-4F69-8446-8B5CEF8E62ED}" destId="{F39B065A-252A-D34F-9C9D-D4062E604188}" srcOrd="0" destOrd="0" presId="urn:microsoft.com/office/officeart/2005/8/layout/vProcess5"/>
    <dgm:cxn modelId="{F158F9C8-BE81-46C9-98B7-E1334872C777}" srcId="{094A065F-5EF6-44C2-95C2-B25AA84B457E}" destId="{0A6BCD68-E360-4397-A6A2-1A9AE002A5DE}" srcOrd="3" destOrd="0" parTransId="{7538B00B-D9C3-4BEE-A06D-0E3651B8D60A}" sibTransId="{75402259-1551-4596-B700-15BD4338037B}"/>
    <dgm:cxn modelId="{9B62F4D3-51D2-2D4F-8301-C1CD974ADEDE}" type="presOf" srcId="{9B2B1CDB-6638-4B33-A577-9DF4E3C7A7EE}" destId="{8BDC8D7E-8A4A-2641-AD7F-996CCCA76B63}" srcOrd="1" destOrd="0" presId="urn:microsoft.com/office/officeart/2005/8/layout/vProcess5"/>
    <dgm:cxn modelId="{7FC4FFD7-B939-AD4B-AAB6-4855859A6869}" type="presOf" srcId="{A25FC65F-6951-48A2-945A-57F3D1DC8A14}" destId="{B3B8E170-2B33-E943-B80D-952BEC76E703}" srcOrd="1" destOrd="0" presId="urn:microsoft.com/office/officeart/2005/8/layout/vProcess5"/>
    <dgm:cxn modelId="{643E7FD8-0879-1D47-94D7-86D5375696E7}" type="presOf" srcId="{9B2B1CDB-6638-4B33-A577-9DF4E3C7A7EE}" destId="{8AB85C6C-5754-CA46-B752-5E6FEC894BF6}" srcOrd="0" destOrd="0" presId="urn:microsoft.com/office/officeart/2005/8/layout/vProcess5"/>
    <dgm:cxn modelId="{161C54E7-05D4-2548-AE85-C510DDDD4054}" type="presOf" srcId="{0A6BCD68-E360-4397-A6A2-1A9AE002A5DE}" destId="{7BF73914-BA60-7D4E-B257-F34CDA75F046}" srcOrd="1" destOrd="0" presId="urn:microsoft.com/office/officeart/2005/8/layout/vProcess5"/>
    <dgm:cxn modelId="{6FDACAF1-B43B-5F4E-8395-39B8346C0BDB}" type="presOf" srcId="{75402259-1551-4596-B700-15BD4338037B}" destId="{D987DEFC-8D3F-9D47-ACAD-EF217E146A38}" srcOrd="0" destOrd="0" presId="urn:microsoft.com/office/officeart/2005/8/layout/vProcess5"/>
    <dgm:cxn modelId="{8C73ABA0-1C1E-4641-9614-109511DB8542}" type="presParOf" srcId="{BA9F00F9-4D2C-A742-938E-F6ABAFBA88EA}" destId="{AF62C5D8-5C1D-D14B-9363-9A01029610FF}" srcOrd="0" destOrd="0" presId="urn:microsoft.com/office/officeart/2005/8/layout/vProcess5"/>
    <dgm:cxn modelId="{7CFF96D3-3B8A-0641-9F23-51AE00CC9F5B}" type="presParOf" srcId="{BA9F00F9-4D2C-A742-938E-F6ABAFBA88EA}" destId="{B2740635-74E5-BA48-B35D-C8AE8D53AC8D}" srcOrd="1" destOrd="0" presId="urn:microsoft.com/office/officeart/2005/8/layout/vProcess5"/>
    <dgm:cxn modelId="{F2D76049-5820-1349-B418-14EF5318CDC2}" type="presParOf" srcId="{BA9F00F9-4D2C-A742-938E-F6ABAFBA88EA}" destId="{B746EC78-8027-A64D-901B-658D6D02EDC9}" srcOrd="2" destOrd="0" presId="urn:microsoft.com/office/officeart/2005/8/layout/vProcess5"/>
    <dgm:cxn modelId="{11196E15-BC4B-7041-8C6E-0C8ABF3E3977}" type="presParOf" srcId="{BA9F00F9-4D2C-A742-938E-F6ABAFBA88EA}" destId="{F211E485-6209-144B-ABA3-73ECD36ECDE7}" srcOrd="3" destOrd="0" presId="urn:microsoft.com/office/officeart/2005/8/layout/vProcess5"/>
    <dgm:cxn modelId="{92401B24-54AD-2642-B931-11178A8E2730}" type="presParOf" srcId="{BA9F00F9-4D2C-A742-938E-F6ABAFBA88EA}" destId="{1E81926A-51C4-6E41-AB4A-49F20DD87AF6}" srcOrd="4" destOrd="0" presId="urn:microsoft.com/office/officeart/2005/8/layout/vProcess5"/>
    <dgm:cxn modelId="{80DFE611-04FF-B042-83A4-77575A771405}" type="presParOf" srcId="{BA9F00F9-4D2C-A742-938E-F6ABAFBA88EA}" destId="{8AB85C6C-5754-CA46-B752-5E6FEC894BF6}" srcOrd="5" destOrd="0" presId="urn:microsoft.com/office/officeart/2005/8/layout/vProcess5"/>
    <dgm:cxn modelId="{BCBB9E58-5C20-8C4D-8610-978C52CBF474}" type="presParOf" srcId="{BA9F00F9-4D2C-A742-938E-F6ABAFBA88EA}" destId="{AD94DA2D-195C-2547-ADAE-FBA3BAFF6DB7}" srcOrd="6" destOrd="0" presId="urn:microsoft.com/office/officeart/2005/8/layout/vProcess5"/>
    <dgm:cxn modelId="{30E18854-E496-9742-8BE0-916EE59F7039}" type="presParOf" srcId="{BA9F00F9-4D2C-A742-938E-F6ABAFBA88EA}" destId="{BB764B90-04D3-7D47-8FC8-4E555835596D}" srcOrd="7" destOrd="0" presId="urn:microsoft.com/office/officeart/2005/8/layout/vProcess5"/>
    <dgm:cxn modelId="{2E202AD6-5AE0-3A4B-A6CD-3A4CDC9A8554}" type="presParOf" srcId="{BA9F00F9-4D2C-A742-938E-F6ABAFBA88EA}" destId="{F39B065A-252A-D34F-9C9D-D4062E604188}" srcOrd="8" destOrd="0" presId="urn:microsoft.com/office/officeart/2005/8/layout/vProcess5"/>
    <dgm:cxn modelId="{BF53D71C-536C-BF49-A182-0F41F8D65570}" type="presParOf" srcId="{BA9F00F9-4D2C-A742-938E-F6ABAFBA88EA}" destId="{D987DEFC-8D3F-9D47-ACAD-EF217E146A38}" srcOrd="9" destOrd="0" presId="urn:microsoft.com/office/officeart/2005/8/layout/vProcess5"/>
    <dgm:cxn modelId="{98A2E5A1-ED6E-D448-BD67-4C9102717ACB}" type="presParOf" srcId="{BA9F00F9-4D2C-A742-938E-F6ABAFBA88EA}" destId="{84B112D1-8ADD-B94F-93AF-2F5606396B55}" srcOrd="10" destOrd="0" presId="urn:microsoft.com/office/officeart/2005/8/layout/vProcess5"/>
    <dgm:cxn modelId="{69F10FAB-F59C-9149-979B-80ACA0C1BB6F}" type="presParOf" srcId="{BA9F00F9-4D2C-A742-938E-F6ABAFBA88EA}" destId="{B3B8E170-2B33-E943-B80D-952BEC76E703}" srcOrd="11" destOrd="0" presId="urn:microsoft.com/office/officeart/2005/8/layout/vProcess5"/>
    <dgm:cxn modelId="{14A0F855-20F5-074C-99BB-ABBB5890FE6C}" type="presParOf" srcId="{BA9F00F9-4D2C-A742-938E-F6ABAFBA88EA}" destId="{1D555D2F-C44A-6744-868A-AF8F0D49CF77}" srcOrd="12" destOrd="0" presId="urn:microsoft.com/office/officeart/2005/8/layout/vProcess5"/>
    <dgm:cxn modelId="{8061E8E9-FD8E-F842-9925-40AB47E399C7}" type="presParOf" srcId="{BA9F00F9-4D2C-A742-938E-F6ABAFBA88EA}" destId="{7BF73914-BA60-7D4E-B257-F34CDA75F046}" srcOrd="13" destOrd="0" presId="urn:microsoft.com/office/officeart/2005/8/layout/vProcess5"/>
    <dgm:cxn modelId="{7328596F-6C7F-1249-B902-F15CD087D901}" type="presParOf" srcId="{BA9F00F9-4D2C-A742-938E-F6ABAFBA88EA}" destId="{8BDC8D7E-8A4A-2641-AD7F-996CCCA76B63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B1B68-5F15-8A41-98C0-1C5068472866}">
      <dsp:nvSpPr>
        <dsp:cNvPr id="0" name=""/>
        <dsp:cNvSpPr/>
      </dsp:nvSpPr>
      <dsp:spPr>
        <a:xfrm>
          <a:off x="4500" y="415516"/>
          <a:ext cx="1967745" cy="1180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Pérdida de tiempo operativo.</a:t>
          </a:r>
          <a:endParaRPr lang="en-US" sz="1700" kern="1200"/>
        </a:p>
      </dsp:txBody>
      <dsp:txXfrm>
        <a:off x="39080" y="450096"/>
        <a:ext cx="1898585" cy="1111487"/>
      </dsp:txXfrm>
    </dsp:sp>
    <dsp:sp modelId="{3793B6F6-B0D1-D74E-89FA-9D8107B8BBBA}">
      <dsp:nvSpPr>
        <dsp:cNvPr id="0" name=""/>
        <dsp:cNvSpPr/>
      </dsp:nvSpPr>
      <dsp:spPr>
        <a:xfrm>
          <a:off x="2145408" y="761839"/>
          <a:ext cx="417162" cy="488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145408" y="859439"/>
        <a:ext cx="292013" cy="292800"/>
      </dsp:txXfrm>
    </dsp:sp>
    <dsp:sp modelId="{0A072DC4-5837-0D4B-B81C-4B00FF8D21FB}">
      <dsp:nvSpPr>
        <dsp:cNvPr id="0" name=""/>
        <dsp:cNvSpPr/>
      </dsp:nvSpPr>
      <dsp:spPr>
        <a:xfrm>
          <a:off x="2759344" y="415516"/>
          <a:ext cx="1967745" cy="1180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• </a:t>
          </a:r>
          <a:r>
            <a:rPr lang="en-US" sz="1700" b="0" i="0" kern="1200" dirty="0" err="1"/>
            <a:t>Dependencia</a:t>
          </a:r>
          <a:r>
            <a:rPr lang="en-US" sz="1700" b="0" i="0" kern="1200" dirty="0"/>
            <a:t> de una sola persona para </a:t>
          </a:r>
          <a:r>
            <a:rPr lang="en-US" sz="1700" b="0" i="0" kern="1200" dirty="0" err="1"/>
            <a:t>coordinar</a:t>
          </a:r>
          <a:r>
            <a:rPr lang="en-US" sz="1700" b="0" i="0" kern="1200" dirty="0"/>
            <a:t> </a:t>
          </a:r>
          <a:r>
            <a:rPr lang="en-US" sz="1700" b="0" i="0" kern="1200" dirty="0" err="1"/>
            <a:t>clientes</a:t>
          </a:r>
          <a:r>
            <a:rPr lang="en-US" sz="1700" b="0" i="0" kern="1200" dirty="0"/>
            <a:t>.</a:t>
          </a:r>
          <a:endParaRPr lang="en-US" sz="1700" kern="1200" dirty="0"/>
        </a:p>
      </dsp:txBody>
      <dsp:txXfrm>
        <a:off x="2793924" y="450096"/>
        <a:ext cx="1898585" cy="1111487"/>
      </dsp:txXfrm>
    </dsp:sp>
    <dsp:sp modelId="{D3B91FD9-CFAC-5C46-AD29-287BCB7F2E6C}">
      <dsp:nvSpPr>
        <dsp:cNvPr id="0" name=""/>
        <dsp:cNvSpPr/>
      </dsp:nvSpPr>
      <dsp:spPr>
        <a:xfrm>
          <a:off x="4900252" y="761839"/>
          <a:ext cx="417162" cy="488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900252" y="859439"/>
        <a:ext cx="292013" cy="292800"/>
      </dsp:txXfrm>
    </dsp:sp>
    <dsp:sp modelId="{5EBE3808-02CD-5349-AA60-92EB7F3E4B66}">
      <dsp:nvSpPr>
        <dsp:cNvPr id="0" name=""/>
        <dsp:cNvSpPr/>
      </dsp:nvSpPr>
      <dsp:spPr>
        <a:xfrm>
          <a:off x="5514189" y="415516"/>
          <a:ext cx="1967745" cy="1180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Falta de trazabilidad y estandarización del servicio.</a:t>
          </a:r>
          <a:endParaRPr lang="en-US" sz="1700" kern="1200"/>
        </a:p>
      </dsp:txBody>
      <dsp:txXfrm>
        <a:off x="5548769" y="450096"/>
        <a:ext cx="1898585" cy="1111487"/>
      </dsp:txXfrm>
    </dsp:sp>
    <dsp:sp modelId="{AC258D29-3F27-3B4C-BC8D-26905562335A}">
      <dsp:nvSpPr>
        <dsp:cNvPr id="0" name=""/>
        <dsp:cNvSpPr/>
      </dsp:nvSpPr>
      <dsp:spPr>
        <a:xfrm>
          <a:off x="7655096" y="761839"/>
          <a:ext cx="417162" cy="488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655096" y="859439"/>
        <a:ext cx="292013" cy="292800"/>
      </dsp:txXfrm>
    </dsp:sp>
    <dsp:sp modelId="{A6C7D538-25A0-0A46-BB85-A996B94B75B3}">
      <dsp:nvSpPr>
        <dsp:cNvPr id="0" name=""/>
        <dsp:cNvSpPr/>
      </dsp:nvSpPr>
      <dsp:spPr>
        <a:xfrm>
          <a:off x="8269033" y="415516"/>
          <a:ext cx="1967745" cy="1180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Tiempos de respuesta más lentos para los clientes.</a:t>
          </a:r>
          <a:endParaRPr lang="en-US" sz="1700" kern="1200"/>
        </a:p>
      </dsp:txBody>
      <dsp:txXfrm>
        <a:off x="8303613" y="450096"/>
        <a:ext cx="1898585" cy="11114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740635-74E5-BA48-B35D-C8AE8D53AC8D}">
      <dsp:nvSpPr>
        <dsp:cNvPr id="0" name=""/>
        <dsp:cNvSpPr/>
      </dsp:nvSpPr>
      <dsp:spPr>
        <a:xfrm>
          <a:off x="0" y="0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• </a:t>
          </a:r>
          <a:r>
            <a:rPr lang="en-US" sz="1700" b="0" i="0" kern="1200" dirty="0" err="1"/>
            <a:t>Diseñar</a:t>
          </a:r>
          <a:r>
            <a:rPr lang="en-US" sz="1700" b="0" i="0" kern="1200" dirty="0"/>
            <a:t> una </a:t>
          </a:r>
          <a:r>
            <a:rPr lang="en-US" sz="1700" b="0" i="0" kern="1200" dirty="0" err="1"/>
            <a:t>arquitectura</a:t>
          </a:r>
          <a:r>
            <a:rPr lang="en-US" sz="1700" b="0" i="0" kern="1200" dirty="0"/>
            <a:t> de datos </a:t>
          </a:r>
          <a:r>
            <a:rPr lang="en-US" sz="1700" b="0" i="0" kern="1200" dirty="0" err="1"/>
            <a:t>relacional</a:t>
          </a:r>
          <a:r>
            <a:rPr lang="en-US" sz="1700" b="0" i="0" kern="1200" dirty="0"/>
            <a:t> y geoespacial.</a:t>
          </a:r>
          <a:endParaRPr lang="en-US" sz="1700" kern="1200" dirty="0"/>
        </a:p>
      </dsp:txBody>
      <dsp:txXfrm>
        <a:off x="15908" y="15908"/>
        <a:ext cx="7447358" cy="511337"/>
      </dsp:txXfrm>
    </dsp:sp>
    <dsp:sp modelId="{B746EC78-8027-A64D-901B-658D6D02EDC9}">
      <dsp:nvSpPr>
        <dsp:cNvPr id="0" name=""/>
        <dsp:cNvSpPr/>
      </dsp:nvSpPr>
      <dsp:spPr>
        <a:xfrm>
          <a:off x="604647" y="618591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Implementar un agente conversacional con IA integrado a WhatsApp.</a:t>
          </a:r>
          <a:endParaRPr lang="en-US" sz="1700" kern="1200"/>
        </a:p>
      </dsp:txBody>
      <dsp:txXfrm>
        <a:off x="620555" y="634499"/>
        <a:ext cx="7107499" cy="511337"/>
      </dsp:txXfrm>
    </dsp:sp>
    <dsp:sp modelId="{F211E485-6209-144B-ABA3-73ECD36ECDE7}">
      <dsp:nvSpPr>
        <dsp:cNvPr id="0" name=""/>
        <dsp:cNvSpPr/>
      </dsp:nvSpPr>
      <dsp:spPr>
        <a:xfrm>
          <a:off x="1209293" y="1237183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Desarrollar la generación asistida de croquis.</a:t>
          </a:r>
          <a:endParaRPr lang="en-US" sz="1700" kern="1200"/>
        </a:p>
      </dsp:txBody>
      <dsp:txXfrm>
        <a:off x="1225201" y="1253091"/>
        <a:ext cx="7107499" cy="511337"/>
      </dsp:txXfrm>
    </dsp:sp>
    <dsp:sp modelId="{1E81926A-51C4-6E41-AB4A-49F20DD87AF6}">
      <dsp:nvSpPr>
        <dsp:cNvPr id="0" name=""/>
        <dsp:cNvSpPr/>
      </dsp:nvSpPr>
      <dsp:spPr>
        <a:xfrm>
          <a:off x="1813940" y="1855774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Construir panel web y aplicación móvil para los operadores.</a:t>
          </a:r>
          <a:endParaRPr lang="en-US" sz="1700" kern="1200"/>
        </a:p>
      </dsp:txBody>
      <dsp:txXfrm>
        <a:off x="1829848" y="1871682"/>
        <a:ext cx="7107499" cy="511337"/>
      </dsp:txXfrm>
    </dsp:sp>
    <dsp:sp modelId="{8AB85C6C-5754-CA46-B752-5E6FEC894BF6}">
      <dsp:nvSpPr>
        <dsp:cNvPr id="0" name=""/>
        <dsp:cNvSpPr/>
      </dsp:nvSpPr>
      <dsp:spPr>
        <a:xfrm>
          <a:off x="2418587" y="2474366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Levantar requisitos y documentar el proceso AS-IS.</a:t>
          </a:r>
          <a:endParaRPr lang="en-US" sz="1700" kern="1200"/>
        </a:p>
      </dsp:txBody>
      <dsp:txXfrm>
        <a:off x="2434495" y="2490274"/>
        <a:ext cx="7107499" cy="511337"/>
      </dsp:txXfrm>
    </dsp:sp>
    <dsp:sp modelId="{AD94DA2D-195C-2547-ADAE-FBA3BAFF6DB7}">
      <dsp:nvSpPr>
        <dsp:cNvPr id="0" name=""/>
        <dsp:cNvSpPr/>
      </dsp:nvSpPr>
      <dsp:spPr>
        <a:xfrm>
          <a:off x="7743962" y="396803"/>
          <a:ext cx="353049" cy="3530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823398" y="396803"/>
        <a:ext cx="194177" cy="265669"/>
      </dsp:txXfrm>
    </dsp:sp>
    <dsp:sp modelId="{BB764B90-04D3-7D47-8FC8-4E555835596D}">
      <dsp:nvSpPr>
        <dsp:cNvPr id="0" name=""/>
        <dsp:cNvSpPr/>
      </dsp:nvSpPr>
      <dsp:spPr>
        <a:xfrm>
          <a:off x="8348609" y="1015395"/>
          <a:ext cx="353049" cy="3530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8428045" y="1015395"/>
        <a:ext cx="194177" cy="265669"/>
      </dsp:txXfrm>
    </dsp:sp>
    <dsp:sp modelId="{F39B065A-252A-D34F-9C9D-D4062E604188}">
      <dsp:nvSpPr>
        <dsp:cNvPr id="0" name=""/>
        <dsp:cNvSpPr/>
      </dsp:nvSpPr>
      <dsp:spPr>
        <a:xfrm>
          <a:off x="8953256" y="1624934"/>
          <a:ext cx="353049" cy="3530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9032692" y="1624934"/>
        <a:ext cx="194177" cy="265669"/>
      </dsp:txXfrm>
    </dsp:sp>
    <dsp:sp modelId="{D987DEFC-8D3F-9D47-ACAD-EF217E146A38}">
      <dsp:nvSpPr>
        <dsp:cNvPr id="0" name=""/>
        <dsp:cNvSpPr/>
      </dsp:nvSpPr>
      <dsp:spPr>
        <a:xfrm>
          <a:off x="9557903" y="2249561"/>
          <a:ext cx="353049" cy="3530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9637339" y="2249561"/>
        <a:ext cx="194177" cy="26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8b47fad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450" name="Google Shape;450;g3f8b47fad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A49E6D-70FB-DF13-790D-1B845F46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US" sz="740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KILL BICHOS IA</a:t>
            </a:r>
            <a:br>
              <a:rPr lang="en-US" sz="7400">
                <a:solidFill>
                  <a:srgbClr val="FFFFFF"/>
                </a:solidFill>
              </a:rPr>
            </a:br>
            <a:endParaRPr lang="es-ES" sz="74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197F6-A876-D192-604D-2D933A549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646140" cy="1031537"/>
          </a:xfrm>
        </p:spPr>
        <p:txBody>
          <a:bodyPr>
            <a:normAutofit fontScale="85000" lnSpcReduction="20000"/>
          </a:bodyPr>
          <a:lstStyle/>
          <a:p>
            <a:pPr algn="r">
              <a:lnSpc>
                <a:spcPct val="90000"/>
              </a:lnSpc>
            </a:pP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Automatización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agendamiento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y croquis </a:t>
            </a: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geoespacial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asistido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por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IA</a:t>
            </a:r>
            <a:endParaRPr lang="en-US" sz="2000" dirty="0">
              <a:solidFill>
                <a:srgbClr val="FFFFFF"/>
              </a:solidFill>
              <a:latin typeface="+mj-lt"/>
            </a:endParaRPr>
          </a:p>
          <a:p>
            <a:pPr algn="r"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+mj-lt"/>
              </a:rPr>
              <a:t>Javier Lara Bustos • Pedro Vergiu • Juan </a:t>
            </a:r>
            <a:r>
              <a:rPr lang="en-US" sz="2000" dirty="0" err="1">
                <a:solidFill>
                  <a:srgbClr val="FFFFFF"/>
                </a:solidFill>
                <a:latin typeface="+mj-lt"/>
              </a:rPr>
              <a:t>Bórquez</a:t>
            </a:r>
            <a:endParaRPr lang="es-ES" sz="2000" dirty="0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9EBA0756-9581-9322-12C4-9C2B11F9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114" y="1598246"/>
            <a:ext cx="4719754" cy="471975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3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7056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1. Problema y contexto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Situación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actual de Kill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Bichos</a:t>
            </a:r>
            <a:endParaRPr sz="1800" dirty="0"/>
          </a:p>
        </p:txBody>
      </p:sp>
      <p:sp>
        <p:nvSpPr>
          <p:cNvPr id="99" name="Google Shape;99;p2"/>
          <p:cNvSpPr/>
          <p:nvPr/>
        </p:nvSpPr>
        <p:spPr>
          <a:xfrm>
            <a:off x="685800" y="1508760"/>
            <a:ext cx="3383280" cy="1874519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85800" y="150876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91440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Contacto manual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914400" y="2194560"/>
            <a:ext cx="2971800" cy="10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Una persona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gestiona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responde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manualmente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mensajes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recibidos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por WhatsApp.</a:t>
            </a:r>
            <a:endParaRPr dirty="0"/>
          </a:p>
        </p:txBody>
      </p:sp>
      <p:sp>
        <p:nvSpPr>
          <p:cNvPr id="103" name="Google Shape;103;p2"/>
          <p:cNvSpPr/>
          <p:nvPr/>
        </p:nvSpPr>
        <p:spPr>
          <a:xfrm>
            <a:off x="4389120" y="1508760"/>
            <a:ext cx="3383280" cy="1874519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389120" y="1508760"/>
            <a:ext cx="73152" cy="1874519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61772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Agendamiento fragmentado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4617720" y="2194560"/>
            <a:ext cx="2971800" cy="10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Las visitas se coordinan en Google Calendar sin integración con el resto del proceso.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8092440" y="1508760"/>
            <a:ext cx="3383280" cy="1874519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092440" y="1508760"/>
            <a:ext cx="73152" cy="1874519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832104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Croquis manual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8321040" y="2194560"/>
            <a:ext cx="2971800" cy="10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El operador construye a mano la ubicación de trampas apoyándose en imágenes satelitales.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graphicFrame>
        <p:nvGraphicFramePr>
          <p:cNvPr id="116" name="Google Shape;111;p2">
            <a:extLst>
              <a:ext uri="{FF2B5EF4-FFF2-40B4-BE49-F238E27FC236}">
                <a16:creationId xmlns:a16="http://schemas.microsoft.com/office/drawing/2014/main" id="{DFF077B3-6300-1C03-E33E-9E01ACEB41CD}"/>
              </a:ext>
            </a:extLst>
          </p:cNvPr>
          <p:cNvGraphicFramePr/>
          <p:nvPr/>
        </p:nvGraphicFramePr>
        <p:xfrm>
          <a:off x="868680" y="3886200"/>
          <a:ext cx="10241280" cy="2011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"/>
          <p:cNvSpPr/>
          <p:nvPr/>
        </p:nvSpPr>
        <p:spPr>
          <a:xfrm>
            <a:off x="777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5. </a:t>
            </a:r>
            <a:r>
              <a:rPr lang="en-US" sz="2700" b="1" i="0" u="none" strike="noStrike" cap="none" dirty="0" err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Objetivos</a:t>
            </a:r>
            <a:r>
              <a:rPr lang="en-US" sz="27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 del proyecto</a:t>
            </a:r>
            <a:endParaRPr dirty="0"/>
          </a:p>
        </p:txBody>
      </p:sp>
      <p:sp>
        <p:nvSpPr>
          <p:cNvPr id="232" name="Google Shape;232;p6"/>
          <p:cNvSpPr/>
          <p:nvPr/>
        </p:nvSpPr>
        <p:spPr>
          <a:xfrm>
            <a:off x="685800" y="1417320"/>
            <a:ext cx="10789920" cy="11430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914400" y="1600200"/>
            <a:ext cx="10378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Objetivo general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928116" y="2020824"/>
            <a:ext cx="1037844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Automatizar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el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agendamiento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visitas y la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generación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del croquis de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trampas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mediante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una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web y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móvil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 IA y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geolocalización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237" name="Google Shape;237;p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241" name="Google Shape;236;p6">
            <a:extLst>
              <a:ext uri="{FF2B5EF4-FFF2-40B4-BE49-F238E27FC236}">
                <a16:creationId xmlns:a16="http://schemas.microsoft.com/office/drawing/2014/main" id="{6265E4E3-4D52-2E34-37CD-9DFAB239A1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6614582"/>
              </p:ext>
            </p:extLst>
          </p:nvPr>
        </p:nvGraphicFramePr>
        <p:xfrm>
          <a:off x="822960" y="2880360"/>
          <a:ext cx="10515600" cy="3017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2. Propuesta de solución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Plataforma web +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aplicación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móvil</a:t>
            </a:r>
            <a:endParaRPr sz="1800" dirty="0"/>
          </a:p>
        </p:txBody>
      </p:sp>
      <p:sp>
        <p:nvSpPr>
          <p:cNvPr id="123" name="Google Shape;123;p3"/>
          <p:cNvSpPr/>
          <p:nvPr/>
        </p:nvSpPr>
        <p:spPr>
          <a:xfrm>
            <a:off x="685800" y="1508760"/>
            <a:ext cx="530352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85800" y="150876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914400" y="1691639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Agente conversacional con IA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914400" y="2194560"/>
            <a:ext cx="489204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Integración con WhatsApp Business API para interpretar la intención del cliente y gestionar el agendamiento según disponibilidad real.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6217920" y="1508760"/>
            <a:ext cx="530352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217920" y="150876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6446520" y="1691639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Croquis asistido por IA</a:t>
            </a:r>
            <a:endParaRPr dirty="0"/>
          </a:p>
        </p:txBody>
      </p:sp>
      <p:sp>
        <p:nvSpPr>
          <p:cNvPr id="130" name="Google Shape;130;p3"/>
          <p:cNvSpPr txBox="1"/>
          <p:nvPr/>
        </p:nvSpPr>
        <p:spPr>
          <a:xfrm>
            <a:off x="6446520" y="2194560"/>
            <a:ext cx="489204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Combina geolocalización, imagen satelital y un modelo de IA para sugerir la distribución de trampas.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685800" y="3657600"/>
            <a:ext cx="530352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85800" y="3657600"/>
            <a:ext cx="73152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914400" y="3840480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Panel web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914400" y="4343400"/>
            <a:ext cx="489204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Gestión operativa de clientes, visitas y agenda.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217920" y="3657600"/>
            <a:ext cx="530352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217920" y="365760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6446520" y="3840480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App móvil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6446520" y="4343400"/>
            <a:ext cx="489204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Agenda del operador, visualización del croquis y registro de visitas en terreno.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914400" y="571500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22337"/>
                </a:solidFill>
                <a:latin typeface="Calibri"/>
                <a:ea typeface="Calibri"/>
                <a:cs typeface="Calibri"/>
                <a:sym typeface="Calibri"/>
              </a:rPr>
              <a:t>Principio clave: la IA asiste la decisión; la validación final del croquis permanece en manos del operador.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Right Triangle 6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B0CDCC-90AD-C518-206C-44D9FC645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900" y="1188637"/>
            <a:ext cx="3141430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Roles definidos 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1C2909BF-3F88-3FBE-5875-1B67606E0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Juan Bórquez (Líder de Proyecto &amp; Arquitecto de Datos / DBA):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Asume la gestión global del equipo, el modelo de datos relacional/espacial y la lógica de backend.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Pedro Vergiu (Analista Funcional, QA &amp; Desarrollador Geoespacial): 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Conecta las necesidades del negocio con las pruebas del Sistema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Javier Lara Bustos (Desarrollador Full Stack &amp; Dev Móvil):</a:t>
            </a: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Lidera el desarrollo de la aplicación móvil, integración de interfaces y componentes de la solución.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070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/>
          <p:nvPr/>
        </p:nvSpPr>
        <p:spPr>
          <a:xfrm>
            <a:off x="-88240" y="32461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4. Componentes tecnológicos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Tecnologías definidas para el proyecto</a:t>
            </a:r>
            <a:endParaRPr sz="1800" dirty="0"/>
          </a:p>
        </p:txBody>
      </p:sp>
      <p:sp>
        <p:nvSpPr>
          <p:cNvPr id="193" name="Google Shape;193;p5"/>
          <p:cNvSpPr/>
          <p:nvPr/>
        </p:nvSpPr>
        <p:spPr>
          <a:xfrm>
            <a:off x="640080" y="1417320"/>
            <a:ext cx="274320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845820" y="1517461"/>
            <a:ext cx="23317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Frontend web</a:t>
            </a:r>
            <a:endParaRPr dirty="0"/>
          </a:p>
        </p:txBody>
      </p:sp>
      <p:sp>
        <p:nvSpPr>
          <p:cNvPr id="196" name="Google Shape;196;p5"/>
          <p:cNvSpPr txBox="1"/>
          <p:nvPr/>
        </p:nvSpPr>
        <p:spPr>
          <a:xfrm>
            <a:off x="882502" y="2075688"/>
            <a:ext cx="233172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React por su interface dinamica </a:t>
            </a:r>
            <a:endParaRPr sz="1800" dirty="0"/>
          </a:p>
        </p:txBody>
      </p:sp>
      <p:sp>
        <p:nvSpPr>
          <p:cNvPr id="197" name="Google Shape;197;p5"/>
          <p:cNvSpPr/>
          <p:nvPr/>
        </p:nvSpPr>
        <p:spPr>
          <a:xfrm>
            <a:off x="3611880" y="1417320"/>
            <a:ext cx="274320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611880" y="1417320"/>
            <a:ext cx="73152" cy="15087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3854196" y="1524771"/>
            <a:ext cx="23317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Backend</a:t>
            </a:r>
            <a:endParaRPr dirty="0"/>
          </a:p>
        </p:txBody>
      </p:sp>
      <p:sp>
        <p:nvSpPr>
          <p:cNvPr id="200" name="Google Shape;200;p5"/>
          <p:cNvSpPr txBox="1"/>
          <p:nvPr/>
        </p:nvSpPr>
        <p:spPr>
          <a:xfrm>
            <a:off x="3854196" y="2025544"/>
            <a:ext cx="23317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FastAPI por su rapidez e integracion con Python e IA</a:t>
            </a:r>
            <a:endParaRPr sz="1800" dirty="0"/>
          </a:p>
        </p:txBody>
      </p:sp>
      <p:sp>
        <p:nvSpPr>
          <p:cNvPr id="201" name="Google Shape;201;p5"/>
          <p:cNvSpPr/>
          <p:nvPr/>
        </p:nvSpPr>
        <p:spPr>
          <a:xfrm>
            <a:off x="6583680" y="1417320"/>
            <a:ext cx="233172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583680" y="141732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6720839" y="1494951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Móvil</a:t>
            </a:r>
            <a:endParaRPr dirty="0"/>
          </a:p>
        </p:txBody>
      </p:sp>
      <p:sp>
        <p:nvSpPr>
          <p:cNvPr id="204" name="Google Shape;204;p5"/>
          <p:cNvSpPr txBox="1"/>
          <p:nvPr/>
        </p:nvSpPr>
        <p:spPr>
          <a:xfrm>
            <a:off x="6729984" y="1957070"/>
            <a:ext cx="192023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Flutter por que permite una base de codigo </a:t>
            </a:r>
            <a:endParaRPr sz="2000" dirty="0"/>
          </a:p>
        </p:txBody>
      </p:sp>
      <p:sp>
        <p:nvSpPr>
          <p:cNvPr id="205" name="Google Shape;205;p5"/>
          <p:cNvSpPr/>
          <p:nvPr/>
        </p:nvSpPr>
        <p:spPr>
          <a:xfrm>
            <a:off x="9144000" y="1417320"/>
            <a:ext cx="233172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144000" y="141732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9372600" y="1503630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Bases de </a:t>
            </a:r>
            <a:r>
              <a:rPr lang="en-US" sz="16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Datos</a:t>
            </a:r>
            <a:endParaRPr dirty="0"/>
          </a:p>
        </p:txBody>
      </p:sp>
      <p:sp>
        <p:nvSpPr>
          <p:cNvPr id="208" name="Google Shape;208;p5"/>
          <p:cNvSpPr txBox="1"/>
          <p:nvPr/>
        </p:nvSpPr>
        <p:spPr>
          <a:xfrm>
            <a:off x="9348218" y="1863285"/>
            <a:ext cx="192023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PostgreSQL </a:t>
            </a:r>
            <a:r>
              <a:rPr lang="en-US" dirty="0">
                <a:solidFill>
                  <a:srgbClr val="1E293B"/>
                </a:solidFill>
              </a:rPr>
              <a:t>Gestion de datos </a:t>
            </a:r>
            <a:r>
              <a:rPr lang="en-US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/ PostGIS para la informacion geografica </a:t>
            </a:r>
            <a:endParaRPr sz="1600" dirty="0"/>
          </a:p>
        </p:txBody>
      </p:sp>
      <p:sp>
        <p:nvSpPr>
          <p:cNvPr id="209" name="Google Shape;209;p5"/>
          <p:cNvSpPr/>
          <p:nvPr/>
        </p:nvSpPr>
        <p:spPr>
          <a:xfrm>
            <a:off x="640080" y="3337560"/>
            <a:ext cx="347472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40080" y="3337560"/>
            <a:ext cx="73152" cy="15087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777240" y="3453102"/>
            <a:ext cx="3063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Mensajería</a:t>
            </a:r>
            <a:endParaRPr dirty="0"/>
          </a:p>
        </p:txBody>
      </p:sp>
      <p:sp>
        <p:nvSpPr>
          <p:cNvPr id="212" name="Google Shape;212;p5"/>
          <p:cNvSpPr txBox="1"/>
          <p:nvPr/>
        </p:nvSpPr>
        <p:spPr>
          <a:xfrm>
            <a:off x="777241" y="3907157"/>
            <a:ext cx="306323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WhatsApp Business API / Twilio </a:t>
            </a:r>
            <a:r>
              <a:rPr lang="en-US" sz="1800" dirty="0">
                <a:solidFill>
                  <a:srgbClr val="1E293B"/>
                </a:solidFill>
              </a:rPr>
              <a:t>para integrar mensajeria + IA</a:t>
            </a:r>
            <a:endParaRPr sz="2000" dirty="0"/>
          </a:p>
        </p:txBody>
      </p:sp>
      <p:sp>
        <p:nvSpPr>
          <p:cNvPr id="213" name="Google Shape;213;p5"/>
          <p:cNvSpPr/>
          <p:nvPr/>
        </p:nvSpPr>
        <p:spPr>
          <a:xfrm>
            <a:off x="4389120" y="3337560"/>
            <a:ext cx="347472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4389120" y="333756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4549140" y="3456261"/>
            <a:ext cx="3063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Inteligencia artificial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4617720" y="4023360"/>
            <a:ext cx="306323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API de LLM para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clasificación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asistencia</a:t>
            </a:r>
            <a:endParaRPr sz="1800" dirty="0"/>
          </a:p>
        </p:txBody>
      </p:sp>
      <p:sp>
        <p:nvSpPr>
          <p:cNvPr id="217" name="Google Shape;217;p5"/>
          <p:cNvSpPr/>
          <p:nvPr/>
        </p:nvSpPr>
        <p:spPr>
          <a:xfrm>
            <a:off x="8138160" y="3337560"/>
            <a:ext cx="333756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8138160" y="333756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8366760" y="3448288"/>
            <a:ext cx="29260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Mapas y </a:t>
            </a:r>
            <a:r>
              <a:rPr lang="en-US" sz="1600" b="1" i="0" u="none" strike="noStrike" cap="none" dirty="0" err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geolocalización</a:t>
            </a:r>
            <a:endParaRPr dirty="0"/>
          </a:p>
        </p:txBody>
      </p:sp>
      <p:sp>
        <p:nvSpPr>
          <p:cNvPr id="220" name="Google Shape;220;p5"/>
          <p:cNvSpPr txBox="1"/>
          <p:nvPr/>
        </p:nvSpPr>
        <p:spPr>
          <a:xfrm>
            <a:off x="8366760" y="4023360"/>
            <a:ext cx="292607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Google Maps Platform o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Mapbox</a:t>
            </a:r>
            <a:endParaRPr sz="1800" dirty="0"/>
          </a:p>
        </p:txBody>
      </p:sp>
      <p:sp>
        <p:nvSpPr>
          <p:cNvPr id="222" name="Google Shape;222;p5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3. Arquitectura conceptual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Flujo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información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sz="1800" dirty="0"/>
          </a:p>
        </p:txBody>
      </p:sp>
      <p:sp>
        <p:nvSpPr>
          <p:cNvPr id="151" name="Google Shape;151;p4"/>
          <p:cNvSpPr/>
          <p:nvPr/>
        </p:nvSpPr>
        <p:spPr>
          <a:xfrm>
            <a:off x="548640" y="1920240"/>
            <a:ext cx="2103120" cy="1325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48640" y="19202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777240" y="2103120"/>
            <a:ext cx="16916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Cliente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777240" y="2606040"/>
            <a:ext cx="16916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WhatsApp</a:t>
            </a:r>
            <a:endParaRPr sz="1800" dirty="0"/>
          </a:p>
        </p:txBody>
      </p:sp>
      <p:sp>
        <p:nvSpPr>
          <p:cNvPr id="155" name="Google Shape;155;p4"/>
          <p:cNvSpPr/>
          <p:nvPr/>
        </p:nvSpPr>
        <p:spPr>
          <a:xfrm>
            <a:off x="2971800" y="1920240"/>
            <a:ext cx="2468880" cy="1325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971800" y="1920240"/>
            <a:ext cx="73152" cy="132588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3200400" y="210312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Capa IA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3200400" y="2606040"/>
            <a:ext cx="2057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Intención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agendamiento</a:t>
            </a:r>
            <a:endParaRPr sz="1800" dirty="0"/>
          </a:p>
        </p:txBody>
      </p:sp>
      <p:sp>
        <p:nvSpPr>
          <p:cNvPr id="159" name="Google Shape;159;p4"/>
          <p:cNvSpPr/>
          <p:nvPr/>
        </p:nvSpPr>
        <p:spPr>
          <a:xfrm>
            <a:off x="5806440" y="1920240"/>
            <a:ext cx="2468880" cy="1325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5806440" y="19202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035040" y="210312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Backend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6035040" y="2606040"/>
            <a:ext cx="2057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Lógica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+ APIs</a:t>
            </a:r>
            <a:endParaRPr sz="1800" dirty="0"/>
          </a:p>
        </p:txBody>
      </p:sp>
      <p:sp>
        <p:nvSpPr>
          <p:cNvPr id="163" name="Google Shape;163;p4"/>
          <p:cNvSpPr/>
          <p:nvPr/>
        </p:nvSpPr>
        <p:spPr>
          <a:xfrm>
            <a:off x="8641080" y="1920240"/>
            <a:ext cx="2651760" cy="1325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8641080" y="192024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8869680" y="210312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Base de datos</a:t>
            </a:r>
            <a:endParaRPr dirty="0"/>
          </a:p>
        </p:txBody>
      </p:sp>
      <p:sp>
        <p:nvSpPr>
          <p:cNvPr id="166" name="Google Shape;166;p4"/>
          <p:cNvSpPr txBox="1"/>
          <p:nvPr/>
        </p:nvSpPr>
        <p:spPr>
          <a:xfrm>
            <a:off x="8869680" y="2606040"/>
            <a:ext cx="224027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PostgreSQL + PostGIS</a:t>
            </a:r>
            <a:endParaRPr sz="2000" dirty="0"/>
          </a:p>
        </p:txBody>
      </p:sp>
      <p:sp>
        <p:nvSpPr>
          <p:cNvPr id="167" name="Google Shape;167;p4"/>
          <p:cNvSpPr/>
          <p:nvPr/>
        </p:nvSpPr>
        <p:spPr>
          <a:xfrm>
            <a:off x="2651760" y="2331720"/>
            <a:ext cx="320040" cy="502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440680" y="2331720"/>
            <a:ext cx="320040" cy="502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8275320" y="2331720"/>
            <a:ext cx="320040" cy="502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828800" y="3886200"/>
            <a:ext cx="3291840" cy="1417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1828800" y="3886200"/>
            <a:ext cx="73152" cy="141732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2057400" y="406908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Panel web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2057400" y="4572000"/>
            <a:ext cx="288036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• visitas • agenda</a:t>
            </a:r>
            <a:endParaRPr sz="1800" dirty="0"/>
          </a:p>
        </p:txBody>
      </p:sp>
      <p:sp>
        <p:nvSpPr>
          <p:cNvPr id="174" name="Google Shape;174;p4"/>
          <p:cNvSpPr/>
          <p:nvPr/>
        </p:nvSpPr>
        <p:spPr>
          <a:xfrm>
            <a:off x="5486400" y="3886200"/>
            <a:ext cx="3291840" cy="1417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486400" y="3886200"/>
            <a:ext cx="7315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5715000" y="406908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App móvil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5715000" y="4572000"/>
            <a:ext cx="288036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Operador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• croquis • visita</a:t>
            </a:r>
            <a:endParaRPr sz="1800" dirty="0"/>
          </a:p>
        </p:txBody>
      </p:sp>
      <p:sp>
        <p:nvSpPr>
          <p:cNvPr id="178" name="Google Shape;178;p4"/>
          <p:cNvSpPr/>
          <p:nvPr/>
        </p:nvSpPr>
        <p:spPr>
          <a:xfrm>
            <a:off x="9144000" y="3886200"/>
            <a:ext cx="2148840" cy="1417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9144000" y="388620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9372600" y="40690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Mapas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9372600" y="4572000"/>
            <a:ext cx="169164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Geolocalización</a:t>
            </a:r>
            <a:endParaRPr sz="1800" dirty="0"/>
          </a:p>
        </p:txBody>
      </p:sp>
      <p:sp>
        <p:nvSpPr>
          <p:cNvPr id="182" name="Google Shape;182;p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/>
          <p:nvPr/>
        </p:nvSpPr>
        <p:spPr>
          <a:xfrm>
            <a:off x="19139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7. Metodología de desarrollo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Scrum adaptado a </a:t>
            </a:r>
            <a:r>
              <a:rPr lang="en-US" sz="1600" dirty="0">
                <a:solidFill>
                  <a:srgbClr val="64748B"/>
                </a:solidFill>
              </a:rPr>
              <a:t>16 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semanas</a:t>
            </a:r>
            <a:endParaRPr sz="1800" dirty="0"/>
          </a:p>
        </p:txBody>
      </p:sp>
      <p:sp>
        <p:nvSpPr>
          <p:cNvPr id="280" name="Google Shape;280;p8"/>
          <p:cNvSpPr/>
          <p:nvPr/>
        </p:nvSpPr>
        <p:spPr>
          <a:xfrm>
            <a:off x="731520" y="1645920"/>
            <a:ext cx="2331720" cy="1600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731520" y="164592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960120" y="18288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Planificar</a:t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960120" y="2251976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endParaRPr sz="1800" dirty="0"/>
          </a:p>
        </p:txBody>
      </p:sp>
      <p:sp>
        <p:nvSpPr>
          <p:cNvPr id="284" name="Google Shape;284;p8"/>
          <p:cNvSpPr/>
          <p:nvPr/>
        </p:nvSpPr>
        <p:spPr>
          <a:xfrm>
            <a:off x="3090672" y="2194560"/>
            <a:ext cx="347472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520439" y="1645920"/>
            <a:ext cx="2331720" cy="1600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520439" y="1645920"/>
            <a:ext cx="73152" cy="16002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3749039" y="18288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Desarrollar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3749039" y="2331720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Trabajo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del sprint</a:t>
            </a:r>
            <a:endParaRPr sz="1800" dirty="0"/>
          </a:p>
        </p:txBody>
      </p:sp>
      <p:sp>
        <p:nvSpPr>
          <p:cNvPr id="289" name="Google Shape;289;p8"/>
          <p:cNvSpPr/>
          <p:nvPr/>
        </p:nvSpPr>
        <p:spPr>
          <a:xfrm>
            <a:off x="5879592" y="2194560"/>
            <a:ext cx="347472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309359" y="1645920"/>
            <a:ext cx="2331720" cy="1600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309359" y="1645920"/>
            <a:ext cx="73152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6537959" y="18288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Validar</a:t>
            </a:r>
            <a:endParaRPr/>
          </a:p>
        </p:txBody>
      </p:sp>
      <p:sp>
        <p:nvSpPr>
          <p:cNvPr id="293" name="Google Shape;293;p8"/>
          <p:cNvSpPr txBox="1"/>
          <p:nvPr/>
        </p:nvSpPr>
        <p:spPr>
          <a:xfrm>
            <a:off x="6537959" y="2331720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Sprint Review</a:t>
            </a:r>
            <a:endParaRPr sz="1800" dirty="0"/>
          </a:p>
        </p:txBody>
      </p:sp>
      <p:sp>
        <p:nvSpPr>
          <p:cNvPr id="294" name="Google Shape;294;p8"/>
          <p:cNvSpPr/>
          <p:nvPr/>
        </p:nvSpPr>
        <p:spPr>
          <a:xfrm>
            <a:off x="8668512" y="2194560"/>
            <a:ext cx="347472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9098280" y="1645920"/>
            <a:ext cx="2331720" cy="1600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9098280" y="164592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 txBox="1"/>
          <p:nvPr/>
        </p:nvSpPr>
        <p:spPr>
          <a:xfrm>
            <a:off x="9326880" y="18288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Mejorar</a:t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9326880" y="2331720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Retrospectiva</a:t>
            </a:r>
            <a:endParaRPr sz="1800" dirty="0"/>
          </a:p>
        </p:txBody>
      </p:sp>
      <p:sp>
        <p:nvSpPr>
          <p:cNvPr id="299" name="Google Shape;299;p8"/>
          <p:cNvSpPr txBox="1"/>
          <p:nvPr/>
        </p:nvSpPr>
        <p:spPr>
          <a:xfrm>
            <a:off x="868680" y="3840480"/>
            <a:ext cx="102412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Sprints de una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semana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durante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la Fase 2.</a:t>
            </a:r>
            <a:endParaRPr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Checkpoints con el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semanas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2, 7 y 11.</a:t>
            </a:r>
            <a:endParaRPr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WhatsApp para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coordinación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diaria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resolución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rápida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bloqueos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GitHub con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ramas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por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módulo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Pull Requests.</a:t>
            </a:r>
            <a:endParaRPr dirty="0"/>
          </a:p>
        </p:txBody>
      </p:sp>
      <p:sp>
        <p:nvSpPr>
          <p:cNvPr id="300" name="Google Shape;300;p8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0"/>
          <p:cNvSpPr/>
          <p:nvPr/>
        </p:nvSpPr>
        <p:spPr>
          <a:xfrm>
            <a:off x="305" y="1446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9. Gestión de riesgos</a:t>
            </a:r>
            <a:endParaRPr/>
          </a:p>
        </p:txBody>
      </p:sp>
      <p:sp>
        <p:nvSpPr>
          <p:cNvPr id="376" name="Google Shape;376;p10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Riesgos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principales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mitigaciones</a:t>
            </a:r>
            <a:endParaRPr sz="1800" dirty="0"/>
          </a:p>
        </p:txBody>
      </p:sp>
      <p:sp>
        <p:nvSpPr>
          <p:cNvPr id="377" name="Google Shape;377;p10"/>
          <p:cNvSpPr/>
          <p:nvPr/>
        </p:nvSpPr>
        <p:spPr>
          <a:xfrm>
            <a:off x="640080" y="14173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40080" y="141732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 txBox="1"/>
          <p:nvPr/>
        </p:nvSpPr>
        <p:spPr>
          <a:xfrm>
            <a:off x="868680" y="16002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Cliente no disponible</a:t>
            </a:r>
            <a:endParaRPr/>
          </a:p>
        </p:txBody>
      </p:sp>
      <p:sp>
        <p:nvSpPr>
          <p:cNvPr id="380" name="Google Shape;380;p10"/>
          <p:cNvSpPr txBox="1"/>
          <p:nvPr/>
        </p:nvSpPr>
        <p:spPr>
          <a:xfrm>
            <a:off x="868680" y="21031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Alto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Checkpoints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fijos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recopilar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información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al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381" name="Google Shape;381;p10"/>
          <p:cNvSpPr/>
          <p:nvPr/>
        </p:nvSpPr>
        <p:spPr>
          <a:xfrm>
            <a:off x="4434840" y="14173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434840" y="1417320"/>
            <a:ext cx="73152" cy="1737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 txBox="1"/>
          <p:nvPr/>
        </p:nvSpPr>
        <p:spPr>
          <a:xfrm>
            <a:off x="4663440" y="16002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Datos </a:t>
            </a:r>
            <a:r>
              <a:rPr lang="en-US" sz="1600" b="1" dirty="0" err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personales</a:t>
            </a:r>
            <a:r>
              <a:rPr lang="en-US" sz="1600" b="1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 / </a:t>
            </a:r>
            <a:r>
              <a:rPr lang="en-US" sz="1600" b="1" dirty="0" err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ubicación</a:t>
            </a:r>
            <a:endParaRPr dirty="0"/>
          </a:p>
        </p:txBody>
      </p:sp>
      <p:sp>
        <p:nvSpPr>
          <p:cNvPr id="384" name="Google Shape;384;p10"/>
          <p:cNvSpPr txBox="1"/>
          <p:nvPr/>
        </p:nvSpPr>
        <p:spPr>
          <a:xfrm>
            <a:off x="4663440" y="21031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Alto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Autenticación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cifrado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minimización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datos.</a:t>
            </a:r>
            <a:endParaRPr sz="1800" dirty="0"/>
          </a:p>
        </p:txBody>
      </p:sp>
      <p:sp>
        <p:nvSpPr>
          <p:cNvPr id="385" name="Google Shape;385;p10"/>
          <p:cNvSpPr/>
          <p:nvPr/>
        </p:nvSpPr>
        <p:spPr>
          <a:xfrm>
            <a:off x="8229600" y="14173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8229600" y="1417320"/>
            <a:ext cx="73152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 txBox="1"/>
          <p:nvPr/>
        </p:nvSpPr>
        <p:spPr>
          <a:xfrm>
            <a:off x="8458200" y="16002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Baja precisión de IA</a:t>
            </a:r>
            <a:endParaRPr/>
          </a:p>
        </p:txBody>
      </p:sp>
      <p:sp>
        <p:nvSpPr>
          <p:cNvPr id="388" name="Google Shape;388;p10"/>
          <p:cNvSpPr txBox="1"/>
          <p:nvPr/>
        </p:nvSpPr>
        <p:spPr>
          <a:xfrm>
            <a:off x="8435340" y="212598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Medio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Derivación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humana +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casos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reales.</a:t>
            </a:r>
            <a:endParaRPr sz="1800" dirty="0"/>
          </a:p>
        </p:txBody>
      </p:sp>
      <p:sp>
        <p:nvSpPr>
          <p:cNvPr id="389" name="Google Shape;389;p10"/>
          <p:cNvSpPr/>
          <p:nvPr/>
        </p:nvSpPr>
        <p:spPr>
          <a:xfrm>
            <a:off x="640080" y="34747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640080" y="347472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 txBox="1"/>
          <p:nvPr/>
        </p:nvSpPr>
        <p:spPr>
          <a:xfrm>
            <a:off x="868680" y="36576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Restricciones de WhatsApp API</a:t>
            </a:r>
            <a:endParaRPr/>
          </a:p>
        </p:txBody>
      </p:sp>
      <p:sp>
        <p:nvSpPr>
          <p:cNvPr id="392" name="Google Shape;392;p10"/>
          <p:cNvSpPr txBox="1"/>
          <p:nvPr/>
        </p:nvSpPr>
        <p:spPr>
          <a:xfrm>
            <a:off x="868680" y="41605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Medio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Twilio +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formulario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web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respaldo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393" name="Google Shape;393;p10"/>
          <p:cNvSpPr/>
          <p:nvPr/>
        </p:nvSpPr>
        <p:spPr>
          <a:xfrm>
            <a:off x="4434840" y="34747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4434840" y="3474720"/>
            <a:ext cx="73152" cy="1737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4663440" y="36576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Croquis no viable</a:t>
            </a:r>
            <a:endParaRPr/>
          </a:p>
        </p:txBody>
      </p:sp>
      <p:sp>
        <p:nvSpPr>
          <p:cNvPr id="396" name="Google Shape;396;p10"/>
          <p:cNvSpPr txBox="1"/>
          <p:nvPr/>
        </p:nvSpPr>
        <p:spPr>
          <a:xfrm>
            <a:off x="4663440" y="41605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Medio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Human-in-the-loop: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obligatoria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397" name="Google Shape;397;p10"/>
          <p:cNvSpPr/>
          <p:nvPr/>
        </p:nvSpPr>
        <p:spPr>
          <a:xfrm>
            <a:off x="8229600" y="34747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8229600" y="3474720"/>
            <a:ext cx="73152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 txBox="1"/>
          <p:nvPr/>
        </p:nvSpPr>
        <p:spPr>
          <a:xfrm>
            <a:off x="8458200" y="36576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Conectividad en terreno</a:t>
            </a:r>
            <a:endParaRPr/>
          </a:p>
        </p:txBody>
      </p:sp>
      <p:sp>
        <p:nvSpPr>
          <p:cNvPr id="400" name="Google Shape;400;p10"/>
          <p:cNvSpPr txBox="1"/>
          <p:nvPr/>
        </p:nvSpPr>
        <p:spPr>
          <a:xfrm>
            <a:off x="8458200" y="41605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Medio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Guardado local +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sincronización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posterior.</a:t>
            </a:r>
            <a:endParaRPr sz="1800" dirty="0"/>
          </a:p>
        </p:txBody>
      </p:sp>
      <p:sp>
        <p:nvSpPr>
          <p:cNvPr id="401" name="Google Shape;401;p10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10. Consideraciones de ingeniería</a:t>
            </a:r>
            <a:endParaRPr/>
          </a:p>
        </p:txBody>
      </p:sp>
      <p:sp>
        <p:nvSpPr>
          <p:cNvPr id="411" name="Google Shape;411;p11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 sz="1800" dirty="0"/>
          </a:p>
        </p:txBody>
      </p:sp>
      <p:sp>
        <p:nvSpPr>
          <p:cNvPr id="412" name="Google Shape;412;p11"/>
          <p:cNvSpPr/>
          <p:nvPr/>
        </p:nvSpPr>
        <p:spPr>
          <a:xfrm>
            <a:off x="685800" y="1508760"/>
            <a:ext cx="338328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685800" y="150876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 txBox="1"/>
          <p:nvPr/>
        </p:nvSpPr>
        <p:spPr>
          <a:xfrm>
            <a:off x="91440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Seguridad</a:t>
            </a:r>
            <a:endParaRPr/>
          </a:p>
        </p:txBody>
      </p:sp>
      <p:sp>
        <p:nvSpPr>
          <p:cNvPr id="415" name="Google Shape;415;p11"/>
          <p:cNvSpPr txBox="1"/>
          <p:nvPr/>
        </p:nvSpPr>
        <p:spPr>
          <a:xfrm>
            <a:off x="891540" y="2056726"/>
            <a:ext cx="29718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Datos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personales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ubicación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exacta de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propiedades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requieren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autenticación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diferenciada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cifrado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minimización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datos.</a:t>
            </a:r>
            <a:endParaRPr sz="1800" dirty="0"/>
          </a:p>
        </p:txBody>
      </p:sp>
      <p:sp>
        <p:nvSpPr>
          <p:cNvPr id="416" name="Google Shape;416;p11"/>
          <p:cNvSpPr/>
          <p:nvPr/>
        </p:nvSpPr>
        <p:spPr>
          <a:xfrm>
            <a:off x="4389120" y="1508760"/>
            <a:ext cx="338328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4389120" y="150876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 txBox="1"/>
          <p:nvPr/>
        </p:nvSpPr>
        <p:spPr>
          <a:xfrm>
            <a:off x="461772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Human-in-the-loop</a:t>
            </a:r>
            <a:endParaRPr/>
          </a:p>
        </p:txBody>
      </p:sp>
      <p:sp>
        <p:nvSpPr>
          <p:cNvPr id="419" name="Google Shape;419;p11"/>
          <p:cNvSpPr txBox="1"/>
          <p:nvPr/>
        </p:nvSpPr>
        <p:spPr>
          <a:xfrm>
            <a:off x="4617720" y="2194560"/>
            <a:ext cx="29718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 IA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; el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operador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mantiene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final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sobre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el croquis.</a:t>
            </a:r>
            <a:endParaRPr sz="1800" dirty="0"/>
          </a:p>
        </p:txBody>
      </p:sp>
      <p:sp>
        <p:nvSpPr>
          <p:cNvPr id="420" name="Google Shape;420;p11"/>
          <p:cNvSpPr/>
          <p:nvPr/>
        </p:nvSpPr>
        <p:spPr>
          <a:xfrm>
            <a:off x="8092440" y="1508760"/>
            <a:ext cx="338328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8092440" y="1508760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 txBox="1"/>
          <p:nvPr/>
        </p:nvSpPr>
        <p:spPr>
          <a:xfrm>
            <a:off x="832104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Calidad</a:t>
            </a:r>
            <a:endParaRPr/>
          </a:p>
        </p:txBody>
      </p:sp>
      <p:sp>
        <p:nvSpPr>
          <p:cNvPr id="423" name="Google Shape;423;p11"/>
          <p:cNvSpPr txBox="1"/>
          <p:nvPr/>
        </p:nvSpPr>
        <p:spPr>
          <a:xfrm>
            <a:off x="8321040" y="2194560"/>
            <a:ext cx="29718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automatizadas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, CI/CD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end-to-end para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reducir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errores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antes de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cada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424" name="Google Shape;424;p11"/>
          <p:cNvSpPr txBox="1"/>
          <p:nvPr/>
        </p:nvSpPr>
        <p:spPr>
          <a:xfrm>
            <a:off x="868680" y="3977639"/>
            <a:ext cx="10241280" cy="1205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La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integra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ingeniería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, bases de datos,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web/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móvil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ágil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El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busca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demostrar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profesionales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 un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empresarial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real.</a:t>
            </a:r>
            <a:endParaRPr sz="1600"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La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mantiene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desde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dirty="0"/>
          </a:p>
        </p:txBody>
      </p:sp>
      <p:sp>
        <p:nvSpPr>
          <p:cNvPr id="425" name="Google Shape;425;p11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427" name="Google Shape;427;p11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46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53" name="Google Shape;453;g3f8b47fad44_0_0"/>
          <p:cNvSpPr txBox="1"/>
          <p:nvPr/>
        </p:nvSpPr>
        <p:spPr>
          <a:xfrm>
            <a:off x="789708" y="841664"/>
            <a:ext cx="4874661" cy="51568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37160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Calibri"/>
              </a:rPr>
              <a:t>GITHUB</a:t>
            </a:r>
          </a:p>
        </p:txBody>
      </p:sp>
      <p:sp>
        <p:nvSpPr>
          <p:cNvPr id="452" name="Google Shape;452;g3f8b47fad44_0_0"/>
          <p:cNvSpPr txBox="1"/>
          <p:nvPr/>
        </p:nvSpPr>
        <p:spPr>
          <a:xfrm>
            <a:off x="6534687" y="841664"/>
            <a:ext cx="4867605" cy="51568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Calibri"/>
              </a:rPr>
              <a:t>https://</a:t>
            </a:r>
            <a:r>
              <a:rPr lang="en-US" sz="24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  <a:sym typeface="Calibri"/>
              </a:rPr>
              <a:t>github.com</a:t>
            </a: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Calibri"/>
              </a:rPr>
              <a:t>/j4vierlb/PROYECTO-TESIS-/tree/main/Fase%201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909</Words>
  <Application>Microsoft Macintosh PowerPoint</Application>
  <PresentationFormat>Panorámica</PresentationFormat>
  <Paragraphs>129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Play</vt:lpstr>
      <vt:lpstr>Arial</vt:lpstr>
      <vt:lpstr>Calibri</vt:lpstr>
      <vt:lpstr>Office Theme</vt:lpstr>
      <vt:lpstr>KILL BICHOS IA </vt:lpstr>
      <vt:lpstr>Presentación de PowerPoint</vt:lpstr>
      <vt:lpstr>Presentación de PowerPoint</vt:lpstr>
      <vt:lpstr>Presentación de PowerPoint</vt:lpstr>
      <vt:lpstr>Roles definidos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ayline correa</cp:lastModifiedBy>
  <cp:revision>16</cp:revision>
  <dcterms:created xsi:type="dcterms:W3CDTF">2013-01-27T09:14:16Z</dcterms:created>
  <dcterms:modified xsi:type="dcterms:W3CDTF">2026-09-02T16:50:39Z</dcterms:modified>
</cp:coreProperties>
</file>